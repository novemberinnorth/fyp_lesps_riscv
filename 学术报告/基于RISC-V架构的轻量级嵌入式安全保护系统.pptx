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2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D7CB0B-4F7B-47FA-931D-351F698781C7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097B37BC-7749-4B4A-AF3A-945AD6726635}">
      <dgm:prSet phldrT="[文本]"/>
      <dgm:spPr/>
      <dgm:t>
        <a:bodyPr/>
        <a:lstStyle/>
        <a:p>
          <a:r>
            <a:rPr lang="zh-CN" altLang="en-US" dirty="0"/>
            <a:t>课题背景及研究的目的和意义</a:t>
          </a:r>
        </a:p>
      </dgm:t>
    </dgm:pt>
    <dgm:pt modelId="{362720B4-41DF-4201-B590-28E1E5DD9E64}" type="parTrans" cxnId="{86F5DDC1-B250-4D2A-8119-6FC6EDF4C23B}">
      <dgm:prSet/>
      <dgm:spPr/>
      <dgm:t>
        <a:bodyPr/>
        <a:lstStyle/>
        <a:p>
          <a:endParaRPr lang="zh-CN" altLang="en-US"/>
        </a:p>
      </dgm:t>
    </dgm:pt>
    <dgm:pt modelId="{C8D17E6B-19A2-44CA-845D-7A9328B7E0DA}" type="sibTrans" cxnId="{86F5DDC1-B250-4D2A-8119-6FC6EDF4C23B}">
      <dgm:prSet/>
      <dgm:spPr/>
      <dgm:t>
        <a:bodyPr/>
        <a:lstStyle/>
        <a:p>
          <a:endParaRPr lang="zh-CN" altLang="en-US"/>
        </a:p>
      </dgm:t>
    </dgm:pt>
    <dgm:pt modelId="{A6872807-AD98-4832-A074-F85F38361F06}">
      <dgm:prSet phldrT="[文本]"/>
      <dgm:spPr/>
      <dgm:t>
        <a:bodyPr/>
        <a:lstStyle/>
        <a:p>
          <a:r>
            <a:rPr lang="zh-CN" altLang="en-US" dirty="0"/>
            <a:t>研究现状及分析</a:t>
          </a:r>
        </a:p>
      </dgm:t>
    </dgm:pt>
    <dgm:pt modelId="{E5CB295D-3CF0-41A6-8064-CE877E9AC78C}" type="parTrans" cxnId="{19F65DC1-0598-407C-903C-5D5A929E8BE8}">
      <dgm:prSet/>
      <dgm:spPr/>
      <dgm:t>
        <a:bodyPr/>
        <a:lstStyle/>
        <a:p>
          <a:endParaRPr lang="zh-CN" altLang="en-US"/>
        </a:p>
      </dgm:t>
    </dgm:pt>
    <dgm:pt modelId="{47796C03-AD8E-4E50-9992-921FB68B16DC}" type="sibTrans" cxnId="{19F65DC1-0598-407C-903C-5D5A929E8BE8}">
      <dgm:prSet/>
      <dgm:spPr/>
      <dgm:t>
        <a:bodyPr/>
        <a:lstStyle/>
        <a:p>
          <a:endParaRPr lang="zh-CN" altLang="en-US"/>
        </a:p>
      </dgm:t>
    </dgm:pt>
    <dgm:pt modelId="{196941D0-EC23-4A9F-B1EC-E5BC92C05480}">
      <dgm:prSet phldrT="[文本]"/>
      <dgm:spPr/>
      <dgm:t>
        <a:bodyPr/>
        <a:lstStyle/>
        <a:p>
          <a:r>
            <a:rPr lang="zh-CN" altLang="en-US" dirty="0"/>
            <a:t>主要研究内容及研究方案</a:t>
          </a:r>
        </a:p>
      </dgm:t>
    </dgm:pt>
    <dgm:pt modelId="{2CC81141-19A9-4FD8-907B-DDBBF0B738FB}" type="parTrans" cxnId="{DDDCACCA-DAC0-4E23-A6A7-7011CFFE0FA0}">
      <dgm:prSet/>
      <dgm:spPr/>
      <dgm:t>
        <a:bodyPr/>
        <a:lstStyle/>
        <a:p>
          <a:endParaRPr lang="zh-CN" altLang="en-US"/>
        </a:p>
      </dgm:t>
    </dgm:pt>
    <dgm:pt modelId="{CA06057E-646D-43C9-B7AE-9EB5377C235B}" type="sibTrans" cxnId="{DDDCACCA-DAC0-4E23-A6A7-7011CFFE0FA0}">
      <dgm:prSet/>
      <dgm:spPr/>
      <dgm:t>
        <a:bodyPr/>
        <a:lstStyle/>
        <a:p>
          <a:endParaRPr lang="zh-CN" altLang="en-US"/>
        </a:p>
      </dgm:t>
    </dgm:pt>
    <dgm:pt modelId="{C89DE715-A1A0-4003-93AF-ECC5F99EBD22}">
      <dgm:prSet/>
      <dgm:spPr/>
      <dgm:t>
        <a:bodyPr/>
        <a:lstStyle/>
        <a:p>
          <a:r>
            <a:rPr lang="zh-CN" altLang="en-US" dirty="0"/>
            <a:t>进度安排及预期目标</a:t>
          </a:r>
        </a:p>
      </dgm:t>
    </dgm:pt>
    <dgm:pt modelId="{6A4ABE99-EB69-4CEA-9207-5FE1AB1E9959}" type="parTrans" cxnId="{5831EFC4-EABF-4F89-A634-1CBF682AA657}">
      <dgm:prSet/>
      <dgm:spPr/>
      <dgm:t>
        <a:bodyPr/>
        <a:lstStyle/>
        <a:p>
          <a:endParaRPr lang="zh-CN" altLang="en-US"/>
        </a:p>
      </dgm:t>
    </dgm:pt>
    <dgm:pt modelId="{866072D2-E9E0-45BC-A3C7-C8299016C558}" type="sibTrans" cxnId="{5831EFC4-EABF-4F89-A634-1CBF682AA657}">
      <dgm:prSet/>
      <dgm:spPr/>
      <dgm:t>
        <a:bodyPr/>
        <a:lstStyle/>
        <a:p>
          <a:endParaRPr lang="zh-CN" altLang="en-US"/>
        </a:p>
      </dgm:t>
    </dgm:pt>
    <dgm:pt modelId="{640A8121-A9A5-4E18-87B4-BCC2662F34DE}">
      <dgm:prSet/>
      <dgm:spPr/>
      <dgm:t>
        <a:bodyPr/>
        <a:lstStyle/>
        <a:p>
          <a:r>
            <a:rPr lang="zh-CN" altLang="en-US" dirty="0"/>
            <a:t>已具备和所需的条件和经费</a:t>
          </a:r>
        </a:p>
      </dgm:t>
    </dgm:pt>
    <dgm:pt modelId="{2D17EEDF-F8D9-4CF1-B899-32518718E39D}" type="parTrans" cxnId="{8424477F-E13A-4848-8891-A915858ABCCF}">
      <dgm:prSet/>
      <dgm:spPr/>
      <dgm:t>
        <a:bodyPr/>
        <a:lstStyle/>
        <a:p>
          <a:endParaRPr lang="zh-CN" altLang="en-US"/>
        </a:p>
      </dgm:t>
    </dgm:pt>
    <dgm:pt modelId="{5D385929-7F9B-4D57-AE52-3E212B93EDF8}" type="sibTrans" cxnId="{8424477F-E13A-4848-8891-A915858ABCCF}">
      <dgm:prSet/>
      <dgm:spPr/>
      <dgm:t>
        <a:bodyPr/>
        <a:lstStyle/>
        <a:p>
          <a:endParaRPr lang="zh-CN" altLang="en-US"/>
        </a:p>
      </dgm:t>
    </dgm:pt>
    <dgm:pt modelId="{A0A3199D-A122-46D7-BB88-13EB4884C28B}">
      <dgm:prSet/>
      <dgm:spPr/>
      <dgm:t>
        <a:bodyPr/>
        <a:lstStyle/>
        <a:p>
          <a:r>
            <a:rPr lang="zh-CN" altLang="en-US" dirty="0"/>
            <a:t>预计困难及解决方案</a:t>
          </a:r>
        </a:p>
      </dgm:t>
    </dgm:pt>
    <dgm:pt modelId="{E32B8D68-185D-4590-A8BC-B384DB37D957}" type="parTrans" cxnId="{32D73B2F-E379-4893-B03A-0D784B8F0F61}">
      <dgm:prSet/>
      <dgm:spPr/>
      <dgm:t>
        <a:bodyPr/>
        <a:lstStyle/>
        <a:p>
          <a:endParaRPr lang="zh-CN" altLang="en-US"/>
        </a:p>
      </dgm:t>
    </dgm:pt>
    <dgm:pt modelId="{EF3520C6-78ED-45CD-85B1-2CEBF5E63975}" type="sibTrans" cxnId="{32D73B2F-E379-4893-B03A-0D784B8F0F61}">
      <dgm:prSet/>
      <dgm:spPr/>
      <dgm:t>
        <a:bodyPr/>
        <a:lstStyle/>
        <a:p>
          <a:endParaRPr lang="zh-CN" altLang="en-US"/>
        </a:p>
      </dgm:t>
    </dgm:pt>
    <dgm:pt modelId="{0D8B38F3-DC98-451A-A7B1-75F2984E2B7B}" type="pres">
      <dgm:prSet presAssocID="{95D7CB0B-4F7B-47FA-931D-351F698781C7}" presName="Name0" presStyleCnt="0">
        <dgm:presLayoutVars>
          <dgm:chMax val="7"/>
          <dgm:chPref val="7"/>
          <dgm:dir/>
        </dgm:presLayoutVars>
      </dgm:prSet>
      <dgm:spPr/>
    </dgm:pt>
    <dgm:pt modelId="{A4D887EC-C30D-4A6C-85D0-3B686E2AB852}" type="pres">
      <dgm:prSet presAssocID="{95D7CB0B-4F7B-47FA-931D-351F698781C7}" presName="Name1" presStyleCnt="0"/>
      <dgm:spPr/>
    </dgm:pt>
    <dgm:pt modelId="{83FE7505-3C6A-49FD-8BC0-7F89383D5716}" type="pres">
      <dgm:prSet presAssocID="{95D7CB0B-4F7B-47FA-931D-351F698781C7}" presName="cycle" presStyleCnt="0"/>
      <dgm:spPr/>
    </dgm:pt>
    <dgm:pt modelId="{CD87661C-7EB4-4635-AEEC-6400A9921DD6}" type="pres">
      <dgm:prSet presAssocID="{95D7CB0B-4F7B-47FA-931D-351F698781C7}" presName="srcNode" presStyleLbl="node1" presStyleIdx="0" presStyleCnt="6"/>
      <dgm:spPr/>
    </dgm:pt>
    <dgm:pt modelId="{F4F56A27-11F6-4CF8-B9F6-3E26A1B21ADC}" type="pres">
      <dgm:prSet presAssocID="{95D7CB0B-4F7B-47FA-931D-351F698781C7}" presName="conn" presStyleLbl="parChTrans1D2" presStyleIdx="0" presStyleCnt="1"/>
      <dgm:spPr/>
    </dgm:pt>
    <dgm:pt modelId="{2D9CCD2B-1690-4798-94B4-720A03F8DD00}" type="pres">
      <dgm:prSet presAssocID="{95D7CB0B-4F7B-47FA-931D-351F698781C7}" presName="extraNode" presStyleLbl="node1" presStyleIdx="0" presStyleCnt="6"/>
      <dgm:spPr/>
    </dgm:pt>
    <dgm:pt modelId="{88EB056B-2074-4D1D-8C6B-F342BEF85C8C}" type="pres">
      <dgm:prSet presAssocID="{95D7CB0B-4F7B-47FA-931D-351F698781C7}" presName="dstNode" presStyleLbl="node1" presStyleIdx="0" presStyleCnt="6"/>
      <dgm:spPr/>
    </dgm:pt>
    <dgm:pt modelId="{2164513E-92CE-44EA-8C23-77A710CAFAC3}" type="pres">
      <dgm:prSet presAssocID="{097B37BC-7749-4B4A-AF3A-945AD6726635}" presName="text_1" presStyleLbl="node1" presStyleIdx="0" presStyleCnt="6">
        <dgm:presLayoutVars>
          <dgm:bulletEnabled val="1"/>
        </dgm:presLayoutVars>
      </dgm:prSet>
      <dgm:spPr/>
    </dgm:pt>
    <dgm:pt modelId="{F5678AF5-756D-4FE9-8635-3D6AC0793065}" type="pres">
      <dgm:prSet presAssocID="{097B37BC-7749-4B4A-AF3A-945AD6726635}" presName="accent_1" presStyleCnt="0"/>
      <dgm:spPr/>
    </dgm:pt>
    <dgm:pt modelId="{7F664FE3-BB85-4C85-9AC3-938B655394D5}" type="pres">
      <dgm:prSet presAssocID="{097B37BC-7749-4B4A-AF3A-945AD6726635}" presName="accentRepeatNode" presStyleLbl="solidFgAcc1" presStyleIdx="0" presStyleCnt="6"/>
      <dgm:spPr/>
    </dgm:pt>
    <dgm:pt modelId="{E130B1DB-CD89-48CC-92BE-5ED41AE7848B}" type="pres">
      <dgm:prSet presAssocID="{A6872807-AD98-4832-A074-F85F38361F06}" presName="text_2" presStyleLbl="node1" presStyleIdx="1" presStyleCnt="6">
        <dgm:presLayoutVars>
          <dgm:bulletEnabled val="1"/>
        </dgm:presLayoutVars>
      </dgm:prSet>
      <dgm:spPr/>
    </dgm:pt>
    <dgm:pt modelId="{34F01DDB-CAFF-406D-851C-E2E3F67DEACF}" type="pres">
      <dgm:prSet presAssocID="{A6872807-AD98-4832-A074-F85F38361F06}" presName="accent_2" presStyleCnt="0"/>
      <dgm:spPr/>
    </dgm:pt>
    <dgm:pt modelId="{A70C87FB-DF87-421E-9F40-709A0AE38589}" type="pres">
      <dgm:prSet presAssocID="{A6872807-AD98-4832-A074-F85F38361F06}" presName="accentRepeatNode" presStyleLbl="solidFgAcc1" presStyleIdx="1" presStyleCnt="6"/>
      <dgm:spPr/>
    </dgm:pt>
    <dgm:pt modelId="{5C3CF380-E9B4-407F-92BF-29695F3A1CF1}" type="pres">
      <dgm:prSet presAssocID="{196941D0-EC23-4A9F-B1EC-E5BC92C05480}" presName="text_3" presStyleLbl="node1" presStyleIdx="2" presStyleCnt="6">
        <dgm:presLayoutVars>
          <dgm:bulletEnabled val="1"/>
        </dgm:presLayoutVars>
      </dgm:prSet>
      <dgm:spPr/>
    </dgm:pt>
    <dgm:pt modelId="{CD63F02A-C5F7-4FCE-BDC9-84DD0AC4D52A}" type="pres">
      <dgm:prSet presAssocID="{196941D0-EC23-4A9F-B1EC-E5BC92C05480}" presName="accent_3" presStyleCnt="0"/>
      <dgm:spPr/>
    </dgm:pt>
    <dgm:pt modelId="{78D0767C-5F20-4E5A-8923-89224327664E}" type="pres">
      <dgm:prSet presAssocID="{196941D0-EC23-4A9F-B1EC-E5BC92C05480}" presName="accentRepeatNode" presStyleLbl="solidFgAcc1" presStyleIdx="2" presStyleCnt="6"/>
      <dgm:spPr/>
    </dgm:pt>
    <dgm:pt modelId="{D998BC88-94C8-4A29-BEC8-1FD7F0DAD4A4}" type="pres">
      <dgm:prSet presAssocID="{C89DE715-A1A0-4003-93AF-ECC5F99EBD22}" presName="text_4" presStyleLbl="node1" presStyleIdx="3" presStyleCnt="6">
        <dgm:presLayoutVars>
          <dgm:bulletEnabled val="1"/>
        </dgm:presLayoutVars>
      </dgm:prSet>
      <dgm:spPr/>
    </dgm:pt>
    <dgm:pt modelId="{D1884590-BC8A-4B76-96DF-3BF8C9F43498}" type="pres">
      <dgm:prSet presAssocID="{C89DE715-A1A0-4003-93AF-ECC5F99EBD22}" presName="accent_4" presStyleCnt="0"/>
      <dgm:spPr/>
    </dgm:pt>
    <dgm:pt modelId="{AFF40785-6B2B-493A-949C-BECC08B8B3F5}" type="pres">
      <dgm:prSet presAssocID="{C89DE715-A1A0-4003-93AF-ECC5F99EBD22}" presName="accentRepeatNode" presStyleLbl="solidFgAcc1" presStyleIdx="3" presStyleCnt="6"/>
      <dgm:spPr/>
    </dgm:pt>
    <dgm:pt modelId="{B8AAE244-A731-413B-886C-7C661C2E79FC}" type="pres">
      <dgm:prSet presAssocID="{640A8121-A9A5-4E18-87B4-BCC2662F34DE}" presName="text_5" presStyleLbl="node1" presStyleIdx="4" presStyleCnt="6">
        <dgm:presLayoutVars>
          <dgm:bulletEnabled val="1"/>
        </dgm:presLayoutVars>
      </dgm:prSet>
      <dgm:spPr/>
    </dgm:pt>
    <dgm:pt modelId="{82AB9F8B-2D7F-402C-A363-9A10D655E80C}" type="pres">
      <dgm:prSet presAssocID="{640A8121-A9A5-4E18-87B4-BCC2662F34DE}" presName="accent_5" presStyleCnt="0"/>
      <dgm:spPr/>
    </dgm:pt>
    <dgm:pt modelId="{094E9B7E-382E-4BA2-8A9F-909CB930D636}" type="pres">
      <dgm:prSet presAssocID="{640A8121-A9A5-4E18-87B4-BCC2662F34DE}" presName="accentRepeatNode" presStyleLbl="solidFgAcc1" presStyleIdx="4" presStyleCnt="6"/>
      <dgm:spPr/>
    </dgm:pt>
    <dgm:pt modelId="{673DF07A-5270-47A9-89F7-11E115A18442}" type="pres">
      <dgm:prSet presAssocID="{A0A3199D-A122-46D7-BB88-13EB4884C28B}" presName="text_6" presStyleLbl="node1" presStyleIdx="5" presStyleCnt="6">
        <dgm:presLayoutVars>
          <dgm:bulletEnabled val="1"/>
        </dgm:presLayoutVars>
      </dgm:prSet>
      <dgm:spPr/>
    </dgm:pt>
    <dgm:pt modelId="{2AF72D67-65A6-437A-85D7-ED602DBF20C8}" type="pres">
      <dgm:prSet presAssocID="{A0A3199D-A122-46D7-BB88-13EB4884C28B}" presName="accent_6" presStyleCnt="0"/>
      <dgm:spPr/>
    </dgm:pt>
    <dgm:pt modelId="{553A7E7E-00F3-4FDF-8CA5-188B842EDA3E}" type="pres">
      <dgm:prSet presAssocID="{A0A3199D-A122-46D7-BB88-13EB4884C28B}" presName="accentRepeatNode" presStyleLbl="solidFgAcc1" presStyleIdx="5" presStyleCnt="6"/>
      <dgm:spPr/>
    </dgm:pt>
  </dgm:ptLst>
  <dgm:cxnLst>
    <dgm:cxn modelId="{32D73B2F-E379-4893-B03A-0D784B8F0F61}" srcId="{95D7CB0B-4F7B-47FA-931D-351F698781C7}" destId="{A0A3199D-A122-46D7-BB88-13EB4884C28B}" srcOrd="5" destOrd="0" parTransId="{E32B8D68-185D-4590-A8BC-B384DB37D957}" sibTransId="{EF3520C6-78ED-45CD-85B1-2CEBF5E63975}"/>
    <dgm:cxn modelId="{DBB52038-5CAC-47E8-A5F2-98518E162106}" type="presOf" srcId="{C89DE715-A1A0-4003-93AF-ECC5F99EBD22}" destId="{D998BC88-94C8-4A29-BEC8-1FD7F0DAD4A4}" srcOrd="0" destOrd="0" presId="urn:microsoft.com/office/officeart/2008/layout/VerticalCurvedList"/>
    <dgm:cxn modelId="{8CCAF272-7A1A-49F9-8945-44BA4B776197}" type="presOf" srcId="{C8D17E6B-19A2-44CA-845D-7A9328B7E0DA}" destId="{F4F56A27-11F6-4CF8-B9F6-3E26A1B21ADC}" srcOrd="0" destOrd="0" presId="urn:microsoft.com/office/officeart/2008/layout/VerticalCurvedList"/>
    <dgm:cxn modelId="{E07FBE79-5039-4976-9314-C5C6844E5387}" type="presOf" srcId="{640A8121-A9A5-4E18-87B4-BCC2662F34DE}" destId="{B8AAE244-A731-413B-886C-7C661C2E79FC}" srcOrd="0" destOrd="0" presId="urn:microsoft.com/office/officeart/2008/layout/VerticalCurvedList"/>
    <dgm:cxn modelId="{8424477F-E13A-4848-8891-A915858ABCCF}" srcId="{95D7CB0B-4F7B-47FA-931D-351F698781C7}" destId="{640A8121-A9A5-4E18-87B4-BCC2662F34DE}" srcOrd="4" destOrd="0" parTransId="{2D17EEDF-F8D9-4CF1-B899-32518718E39D}" sibTransId="{5D385929-7F9B-4D57-AE52-3E212B93EDF8}"/>
    <dgm:cxn modelId="{E793C590-5F16-4BE8-8E08-D9CA6EB3E4B5}" type="presOf" srcId="{A0A3199D-A122-46D7-BB88-13EB4884C28B}" destId="{673DF07A-5270-47A9-89F7-11E115A18442}" srcOrd="0" destOrd="0" presId="urn:microsoft.com/office/officeart/2008/layout/VerticalCurvedList"/>
    <dgm:cxn modelId="{F2BC6E97-2A5E-473F-8EF1-635EFDD93201}" type="presOf" srcId="{097B37BC-7749-4B4A-AF3A-945AD6726635}" destId="{2164513E-92CE-44EA-8C23-77A710CAFAC3}" srcOrd="0" destOrd="0" presId="urn:microsoft.com/office/officeart/2008/layout/VerticalCurvedList"/>
    <dgm:cxn modelId="{1B9DD6A4-B849-4E30-8E2C-86DB386AAB99}" type="presOf" srcId="{95D7CB0B-4F7B-47FA-931D-351F698781C7}" destId="{0D8B38F3-DC98-451A-A7B1-75F2984E2B7B}" srcOrd="0" destOrd="0" presId="urn:microsoft.com/office/officeart/2008/layout/VerticalCurvedList"/>
    <dgm:cxn modelId="{19F65DC1-0598-407C-903C-5D5A929E8BE8}" srcId="{95D7CB0B-4F7B-47FA-931D-351F698781C7}" destId="{A6872807-AD98-4832-A074-F85F38361F06}" srcOrd="1" destOrd="0" parTransId="{E5CB295D-3CF0-41A6-8064-CE877E9AC78C}" sibTransId="{47796C03-AD8E-4E50-9992-921FB68B16DC}"/>
    <dgm:cxn modelId="{86F5DDC1-B250-4D2A-8119-6FC6EDF4C23B}" srcId="{95D7CB0B-4F7B-47FA-931D-351F698781C7}" destId="{097B37BC-7749-4B4A-AF3A-945AD6726635}" srcOrd="0" destOrd="0" parTransId="{362720B4-41DF-4201-B590-28E1E5DD9E64}" sibTransId="{C8D17E6B-19A2-44CA-845D-7A9328B7E0DA}"/>
    <dgm:cxn modelId="{4962BDC3-CF4D-47C5-B4CB-2ADD5B25FB63}" type="presOf" srcId="{196941D0-EC23-4A9F-B1EC-E5BC92C05480}" destId="{5C3CF380-E9B4-407F-92BF-29695F3A1CF1}" srcOrd="0" destOrd="0" presId="urn:microsoft.com/office/officeart/2008/layout/VerticalCurvedList"/>
    <dgm:cxn modelId="{5831EFC4-EABF-4F89-A634-1CBF682AA657}" srcId="{95D7CB0B-4F7B-47FA-931D-351F698781C7}" destId="{C89DE715-A1A0-4003-93AF-ECC5F99EBD22}" srcOrd="3" destOrd="0" parTransId="{6A4ABE99-EB69-4CEA-9207-5FE1AB1E9959}" sibTransId="{866072D2-E9E0-45BC-A3C7-C8299016C558}"/>
    <dgm:cxn modelId="{DDDCACCA-DAC0-4E23-A6A7-7011CFFE0FA0}" srcId="{95D7CB0B-4F7B-47FA-931D-351F698781C7}" destId="{196941D0-EC23-4A9F-B1EC-E5BC92C05480}" srcOrd="2" destOrd="0" parTransId="{2CC81141-19A9-4FD8-907B-DDBBF0B738FB}" sibTransId="{CA06057E-646D-43C9-B7AE-9EB5377C235B}"/>
    <dgm:cxn modelId="{5DD3C8E9-2AA0-4D8C-A366-05B27FF216E6}" type="presOf" srcId="{A6872807-AD98-4832-A074-F85F38361F06}" destId="{E130B1DB-CD89-48CC-92BE-5ED41AE7848B}" srcOrd="0" destOrd="0" presId="urn:microsoft.com/office/officeart/2008/layout/VerticalCurvedList"/>
    <dgm:cxn modelId="{329F1D1B-E28E-4427-903C-58E41F9A2246}" type="presParOf" srcId="{0D8B38F3-DC98-451A-A7B1-75F2984E2B7B}" destId="{A4D887EC-C30D-4A6C-85D0-3B686E2AB852}" srcOrd="0" destOrd="0" presId="urn:microsoft.com/office/officeart/2008/layout/VerticalCurvedList"/>
    <dgm:cxn modelId="{D09FC80B-E1B4-41FA-8D22-C24E366958E2}" type="presParOf" srcId="{A4D887EC-C30D-4A6C-85D0-3B686E2AB852}" destId="{83FE7505-3C6A-49FD-8BC0-7F89383D5716}" srcOrd="0" destOrd="0" presId="urn:microsoft.com/office/officeart/2008/layout/VerticalCurvedList"/>
    <dgm:cxn modelId="{4B0C3E58-E83B-4CD7-87A5-41B147647DA4}" type="presParOf" srcId="{83FE7505-3C6A-49FD-8BC0-7F89383D5716}" destId="{CD87661C-7EB4-4635-AEEC-6400A9921DD6}" srcOrd="0" destOrd="0" presId="urn:microsoft.com/office/officeart/2008/layout/VerticalCurvedList"/>
    <dgm:cxn modelId="{0CCDC752-8978-43EE-B2D3-72E791E63C81}" type="presParOf" srcId="{83FE7505-3C6A-49FD-8BC0-7F89383D5716}" destId="{F4F56A27-11F6-4CF8-B9F6-3E26A1B21ADC}" srcOrd="1" destOrd="0" presId="urn:microsoft.com/office/officeart/2008/layout/VerticalCurvedList"/>
    <dgm:cxn modelId="{070D9835-7A69-4CD4-97C3-D6FB41E99BB5}" type="presParOf" srcId="{83FE7505-3C6A-49FD-8BC0-7F89383D5716}" destId="{2D9CCD2B-1690-4798-94B4-720A03F8DD00}" srcOrd="2" destOrd="0" presId="urn:microsoft.com/office/officeart/2008/layout/VerticalCurvedList"/>
    <dgm:cxn modelId="{74881C99-0DED-4446-99BC-879519A0B619}" type="presParOf" srcId="{83FE7505-3C6A-49FD-8BC0-7F89383D5716}" destId="{88EB056B-2074-4D1D-8C6B-F342BEF85C8C}" srcOrd="3" destOrd="0" presId="urn:microsoft.com/office/officeart/2008/layout/VerticalCurvedList"/>
    <dgm:cxn modelId="{709CE7B8-55B2-46C2-9385-74D9DB37C126}" type="presParOf" srcId="{A4D887EC-C30D-4A6C-85D0-3B686E2AB852}" destId="{2164513E-92CE-44EA-8C23-77A710CAFAC3}" srcOrd="1" destOrd="0" presId="urn:microsoft.com/office/officeart/2008/layout/VerticalCurvedList"/>
    <dgm:cxn modelId="{9142B3F4-EDB9-45DE-8128-D1B1380FB53B}" type="presParOf" srcId="{A4D887EC-C30D-4A6C-85D0-3B686E2AB852}" destId="{F5678AF5-756D-4FE9-8635-3D6AC0793065}" srcOrd="2" destOrd="0" presId="urn:microsoft.com/office/officeart/2008/layout/VerticalCurvedList"/>
    <dgm:cxn modelId="{388E3201-5E0D-461E-BAE8-68BF2BEBE2DE}" type="presParOf" srcId="{F5678AF5-756D-4FE9-8635-3D6AC0793065}" destId="{7F664FE3-BB85-4C85-9AC3-938B655394D5}" srcOrd="0" destOrd="0" presId="urn:microsoft.com/office/officeart/2008/layout/VerticalCurvedList"/>
    <dgm:cxn modelId="{568C09D7-9ED3-48B1-AD2C-DADEEA454A5C}" type="presParOf" srcId="{A4D887EC-C30D-4A6C-85D0-3B686E2AB852}" destId="{E130B1DB-CD89-48CC-92BE-5ED41AE7848B}" srcOrd="3" destOrd="0" presId="urn:microsoft.com/office/officeart/2008/layout/VerticalCurvedList"/>
    <dgm:cxn modelId="{0193997F-4421-4DA4-8890-9639B7DD085D}" type="presParOf" srcId="{A4D887EC-C30D-4A6C-85D0-3B686E2AB852}" destId="{34F01DDB-CAFF-406D-851C-E2E3F67DEACF}" srcOrd="4" destOrd="0" presId="urn:microsoft.com/office/officeart/2008/layout/VerticalCurvedList"/>
    <dgm:cxn modelId="{69A984EB-AE26-4C1D-9E0E-B0CBAE6B51A8}" type="presParOf" srcId="{34F01DDB-CAFF-406D-851C-E2E3F67DEACF}" destId="{A70C87FB-DF87-421E-9F40-709A0AE38589}" srcOrd="0" destOrd="0" presId="urn:microsoft.com/office/officeart/2008/layout/VerticalCurvedList"/>
    <dgm:cxn modelId="{9B0C30CA-C7C7-400A-BEE8-95EA0D89E431}" type="presParOf" srcId="{A4D887EC-C30D-4A6C-85D0-3B686E2AB852}" destId="{5C3CF380-E9B4-407F-92BF-29695F3A1CF1}" srcOrd="5" destOrd="0" presId="urn:microsoft.com/office/officeart/2008/layout/VerticalCurvedList"/>
    <dgm:cxn modelId="{7F23BA1E-F092-4B65-B1A5-860D5D02C00E}" type="presParOf" srcId="{A4D887EC-C30D-4A6C-85D0-3B686E2AB852}" destId="{CD63F02A-C5F7-4FCE-BDC9-84DD0AC4D52A}" srcOrd="6" destOrd="0" presId="urn:microsoft.com/office/officeart/2008/layout/VerticalCurvedList"/>
    <dgm:cxn modelId="{4E9F6A6B-8A8A-4230-BBD1-35DE408D2D6A}" type="presParOf" srcId="{CD63F02A-C5F7-4FCE-BDC9-84DD0AC4D52A}" destId="{78D0767C-5F20-4E5A-8923-89224327664E}" srcOrd="0" destOrd="0" presId="urn:microsoft.com/office/officeart/2008/layout/VerticalCurvedList"/>
    <dgm:cxn modelId="{E04C0247-C5EC-4408-B1AD-229BDD05670F}" type="presParOf" srcId="{A4D887EC-C30D-4A6C-85D0-3B686E2AB852}" destId="{D998BC88-94C8-4A29-BEC8-1FD7F0DAD4A4}" srcOrd="7" destOrd="0" presId="urn:microsoft.com/office/officeart/2008/layout/VerticalCurvedList"/>
    <dgm:cxn modelId="{7309D816-93C9-4380-AF3D-F2826CDED59D}" type="presParOf" srcId="{A4D887EC-C30D-4A6C-85D0-3B686E2AB852}" destId="{D1884590-BC8A-4B76-96DF-3BF8C9F43498}" srcOrd="8" destOrd="0" presId="urn:microsoft.com/office/officeart/2008/layout/VerticalCurvedList"/>
    <dgm:cxn modelId="{152F438A-CB2E-49F8-BCB6-ED54438074B4}" type="presParOf" srcId="{D1884590-BC8A-4B76-96DF-3BF8C9F43498}" destId="{AFF40785-6B2B-493A-949C-BECC08B8B3F5}" srcOrd="0" destOrd="0" presId="urn:microsoft.com/office/officeart/2008/layout/VerticalCurvedList"/>
    <dgm:cxn modelId="{5D822A0F-DA08-4F7A-A037-F98BAF83589F}" type="presParOf" srcId="{A4D887EC-C30D-4A6C-85D0-3B686E2AB852}" destId="{B8AAE244-A731-413B-886C-7C661C2E79FC}" srcOrd="9" destOrd="0" presId="urn:microsoft.com/office/officeart/2008/layout/VerticalCurvedList"/>
    <dgm:cxn modelId="{35DAC206-8227-428D-AB2A-BB38C6942023}" type="presParOf" srcId="{A4D887EC-C30D-4A6C-85D0-3B686E2AB852}" destId="{82AB9F8B-2D7F-402C-A363-9A10D655E80C}" srcOrd="10" destOrd="0" presId="urn:microsoft.com/office/officeart/2008/layout/VerticalCurvedList"/>
    <dgm:cxn modelId="{A23C5C3C-061C-4B61-9C07-FC476C229914}" type="presParOf" srcId="{82AB9F8B-2D7F-402C-A363-9A10D655E80C}" destId="{094E9B7E-382E-4BA2-8A9F-909CB930D636}" srcOrd="0" destOrd="0" presId="urn:microsoft.com/office/officeart/2008/layout/VerticalCurvedList"/>
    <dgm:cxn modelId="{F1F1F716-100F-4DAC-B755-22E6EFF4F0EB}" type="presParOf" srcId="{A4D887EC-C30D-4A6C-85D0-3B686E2AB852}" destId="{673DF07A-5270-47A9-89F7-11E115A18442}" srcOrd="11" destOrd="0" presId="urn:microsoft.com/office/officeart/2008/layout/VerticalCurvedList"/>
    <dgm:cxn modelId="{9F72DDE3-E62A-4420-B872-20BAFE33F65C}" type="presParOf" srcId="{A4D887EC-C30D-4A6C-85D0-3B686E2AB852}" destId="{2AF72D67-65A6-437A-85D7-ED602DBF20C8}" srcOrd="12" destOrd="0" presId="urn:microsoft.com/office/officeart/2008/layout/VerticalCurvedList"/>
    <dgm:cxn modelId="{DBD2753F-FFBC-474D-B58F-170DBA79E5E5}" type="presParOf" srcId="{2AF72D67-65A6-437A-85D7-ED602DBF20C8}" destId="{553A7E7E-00F3-4FDF-8CA5-188B842EDA3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0BCF0F-6CFC-498E-928B-4683122DDB60}" type="doc">
      <dgm:prSet loTypeId="urn:microsoft.com/office/officeart/2005/8/layout/hList6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FDEC483B-C696-40BD-8954-0EE4754A2001}">
      <dgm:prSet phldrT="[文本]" phldr="0"/>
      <dgm:spPr/>
      <dgm:t>
        <a:bodyPr/>
        <a:lstStyle/>
        <a:p>
          <a:r>
            <a:rPr lang="en-US" altLang="zh-CN" dirty="0"/>
            <a:t>RISC-V</a:t>
          </a:r>
          <a:r>
            <a:rPr lang="zh-CN" altLang="en-US" dirty="0"/>
            <a:t>安全特性</a:t>
          </a:r>
        </a:p>
      </dgm:t>
    </dgm:pt>
    <dgm:pt modelId="{0D316B03-03C1-41B8-8CAB-115F991B4DD9}" type="parTrans" cxnId="{348BE92A-1B47-475F-899E-9F6CAAE73696}">
      <dgm:prSet/>
      <dgm:spPr/>
      <dgm:t>
        <a:bodyPr/>
        <a:lstStyle/>
        <a:p>
          <a:endParaRPr lang="zh-CN" altLang="en-US"/>
        </a:p>
      </dgm:t>
    </dgm:pt>
    <dgm:pt modelId="{BC774FED-9B0B-424E-8D7C-A7E6AA80EA0D}" type="sibTrans" cxnId="{348BE92A-1B47-475F-899E-9F6CAAE73696}">
      <dgm:prSet/>
      <dgm:spPr/>
      <dgm:t>
        <a:bodyPr/>
        <a:lstStyle/>
        <a:p>
          <a:endParaRPr lang="zh-CN" altLang="en-US"/>
        </a:p>
      </dgm:t>
    </dgm:pt>
    <dgm:pt modelId="{08ED931B-6A5B-4F18-BDB1-E033366C2985}">
      <dgm:prSet phldrT="[文本]"/>
      <dgm:spPr/>
      <dgm:t>
        <a:bodyPr/>
        <a:lstStyle/>
        <a:p>
          <a:r>
            <a:rPr lang="zh-CN" altLang="en-US" dirty="0"/>
            <a:t>特权体系结构与隔离机制</a:t>
          </a:r>
        </a:p>
      </dgm:t>
    </dgm:pt>
    <dgm:pt modelId="{BBAF00EC-5F4A-4ACA-96BB-7165450C57B6}" type="parTrans" cxnId="{8F44DC19-753A-433B-8762-9AD44FF784B8}">
      <dgm:prSet/>
      <dgm:spPr/>
      <dgm:t>
        <a:bodyPr/>
        <a:lstStyle/>
        <a:p>
          <a:endParaRPr lang="zh-CN" altLang="en-US"/>
        </a:p>
      </dgm:t>
    </dgm:pt>
    <dgm:pt modelId="{CAB7C351-C061-467C-A0BB-47A82F7EC6A0}" type="sibTrans" cxnId="{8F44DC19-753A-433B-8762-9AD44FF784B8}">
      <dgm:prSet/>
      <dgm:spPr/>
      <dgm:t>
        <a:bodyPr/>
        <a:lstStyle/>
        <a:p>
          <a:endParaRPr lang="zh-CN" altLang="en-US"/>
        </a:p>
      </dgm:t>
    </dgm:pt>
    <dgm:pt modelId="{4D797C81-B7AF-411B-B11B-4F36B4F7B64A}">
      <dgm:prSet phldrT="[文本]" phldr="0"/>
      <dgm:spPr/>
      <dgm:t>
        <a:bodyPr/>
        <a:lstStyle/>
        <a:p>
          <a:r>
            <a:rPr lang="en-US" altLang="zh-CN" dirty="0"/>
            <a:t>PMP</a:t>
          </a:r>
          <a:r>
            <a:rPr lang="zh-CN" altLang="en-US" dirty="0"/>
            <a:t>（物理内存保护）</a:t>
          </a:r>
        </a:p>
      </dgm:t>
    </dgm:pt>
    <dgm:pt modelId="{E02EDE8B-5C3E-446E-BB07-96D0CC0414C7}" type="parTrans" cxnId="{807D198F-9E72-4EA3-83C6-F0FFC6770132}">
      <dgm:prSet/>
      <dgm:spPr/>
      <dgm:t>
        <a:bodyPr/>
        <a:lstStyle/>
        <a:p>
          <a:endParaRPr lang="zh-CN" altLang="en-US"/>
        </a:p>
      </dgm:t>
    </dgm:pt>
    <dgm:pt modelId="{7C67717D-F2ED-4133-8178-D4C87ED79427}" type="sibTrans" cxnId="{807D198F-9E72-4EA3-83C6-F0FFC6770132}">
      <dgm:prSet/>
      <dgm:spPr/>
      <dgm:t>
        <a:bodyPr/>
        <a:lstStyle/>
        <a:p>
          <a:endParaRPr lang="zh-CN" altLang="en-US"/>
        </a:p>
      </dgm:t>
    </dgm:pt>
    <dgm:pt modelId="{7A79CA3D-C2E1-4D94-B047-31661037DD52}">
      <dgm:prSet phldrT="[文本]"/>
      <dgm:spPr/>
      <dgm:t>
        <a:bodyPr/>
        <a:lstStyle/>
        <a:p>
          <a:r>
            <a:rPr lang="zh-CN" altLang="en-US" dirty="0"/>
            <a:t>密码学算法与硬件加密</a:t>
          </a:r>
        </a:p>
      </dgm:t>
    </dgm:pt>
    <dgm:pt modelId="{8187EF6D-912E-42E0-B8B5-C84FAD4CD4F8}" type="parTrans" cxnId="{F9B3E5DD-875E-41B3-98B2-7FD6F1B1A6F3}">
      <dgm:prSet/>
      <dgm:spPr/>
      <dgm:t>
        <a:bodyPr/>
        <a:lstStyle/>
        <a:p>
          <a:endParaRPr lang="zh-CN" altLang="en-US"/>
        </a:p>
      </dgm:t>
    </dgm:pt>
    <dgm:pt modelId="{F79947CD-A318-4CAC-A92A-F7887DD99CBE}" type="sibTrans" cxnId="{F9B3E5DD-875E-41B3-98B2-7FD6F1B1A6F3}">
      <dgm:prSet/>
      <dgm:spPr/>
      <dgm:t>
        <a:bodyPr/>
        <a:lstStyle/>
        <a:p>
          <a:endParaRPr lang="zh-CN" altLang="en-US"/>
        </a:p>
      </dgm:t>
    </dgm:pt>
    <dgm:pt modelId="{38084C69-5044-4D7B-BA26-E0CB35FD0DD7}">
      <dgm:prSet phldrT="[文本]" phldr="0"/>
      <dgm:spPr/>
      <dgm:t>
        <a:bodyPr/>
        <a:lstStyle/>
        <a:p>
          <a:r>
            <a:rPr lang="en-US" altLang="zh-CN" dirty="0"/>
            <a:t>AES</a:t>
          </a:r>
          <a:endParaRPr lang="zh-CN" altLang="en-US" dirty="0"/>
        </a:p>
      </dgm:t>
    </dgm:pt>
    <dgm:pt modelId="{3CE839C9-3B0A-45D7-ACE9-15F03EBB4EC3}" type="parTrans" cxnId="{7602EF18-4837-473F-86E7-8519AEA85D9C}">
      <dgm:prSet/>
      <dgm:spPr/>
      <dgm:t>
        <a:bodyPr/>
        <a:lstStyle/>
        <a:p>
          <a:endParaRPr lang="zh-CN" altLang="en-US"/>
        </a:p>
      </dgm:t>
    </dgm:pt>
    <dgm:pt modelId="{907C7E78-1482-466A-959E-2DCEB34F2895}" type="sibTrans" cxnId="{7602EF18-4837-473F-86E7-8519AEA85D9C}">
      <dgm:prSet/>
      <dgm:spPr/>
      <dgm:t>
        <a:bodyPr/>
        <a:lstStyle/>
        <a:p>
          <a:endParaRPr lang="zh-CN" altLang="en-US"/>
        </a:p>
      </dgm:t>
    </dgm:pt>
    <dgm:pt modelId="{BB00198E-1803-4F0F-85AC-C0ED5117C654}">
      <dgm:prSet phldrT="[文本]" phldr="0"/>
      <dgm:spPr/>
      <dgm:t>
        <a:bodyPr/>
        <a:lstStyle/>
        <a:p>
          <a:r>
            <a:rPr lang="en-US" altLang="zh-CN" dirty="0"/>
            <a:t>Crypto</a:t>
          </a:r>
          <a:r>
            <a:rPr lang="zh-CN" altLang="en-US" dirty="0"/>
            <a:t>扩展</a:t>
          </a:r>
        </a:p>
      </dgm:t>
    </dgm:pt>
    <dgm:pt modelId="{78774D7C-A97E-4D25-970C-A453B348B64E}" type="parTrans" cxnId="{D59DC94B-9301-4704-9401-ACEE5827C5DF}">
      <dgm:prSet/>
      <dgm:spPr/>
      <dgm:t>
        <a:bodyPr/>
        <a:lstStyle/>
        <a:p>
          <a:endParaRPr lang="zh-CN" altLang="en-US"/>
        </a:p>
      </dgm:t>
    </dgm:pt>
    <dgm:pt modelId="{6F2C3F9C-41C3-4D6A-8E0A-83EB806E3C91}" type="sibTrans" cxnId="{D59DC94B-9301-4704-9401-ACEE5827C5DF}">
      <dgm:prSet/>
      <dgm:spPr/>
      <dgm:t>
        <a:bodyPr/>
        <a:lstStyle/>
        <a:p>
          <a:endParaRPr lang="zh-CN" altLang="en-US"/>
        </a:p>
      </dgm:t>
    </dgm:pt>
    <dgm:pt modelId="{D6D3CDBB-551C-44C0-A13F-2E246BDBBF5D}">
      <dgm:prSet phldrT="[文本]"/>
      <dgm:spPr/>
      <dgm:t>
        <a:bodyPr/>
        <a:lstStyle/>
        <a:p>
          <a:r>
            <a:rPr lang="zh-CN" altLang="en-US" dirty="0"/>
            <a:t>侧信道攻击与防护技术</a:t>
          </a:r>
        </a:p>
      </dgm:t>
    </dgm:pt>
    <dgm:pt modelId="{32EC46C6-742A-45CE-AB9B-90B3EC63A345}" type="parTrans" cxnId="{7BB8C033-C277-4E8E-8E53-12F403BAD5F6}">
      <dgm:prSet/>
      <dgm:spPr/>
      <dgm:t>
        <a:bodyPr/>
        <a:lstStyle/>
        <a:p>
          <a:endParaRPr lang="zh-CN" altLang="en-US"/>
        </a:p>
      </dgm:t>
    </dgm:pt>
    <dgm:pt modelId="{398310F0-A7AA-4957-B102-DA41DEDDBFB7}" type="sibTrans" cxnId="{7BB8C033-C277-4E8E-8E53-12F403BAD5F6}">
      <dgm:prSet/>
      <dgm:spPr/>
      <dgm:t>
        <a:bodyPr/>
        <a:lstStyle/>
        <a:p>
          <a:endParaRPr lang="zh-CN" altLang="en-US"/>
        </a:p>
      </dgm:t>
    </dgm:pt>
    <dgm:pt modelId="{FD9858D8-1B56-43E2-A5B6-F9E89E7C220C}">
      <dgm:prSet phldrT="[文本]" phldr="0"/>
      <dgm:spPr/>
      <dgm:t>
        <a:bodyPr/>
        <a:lstStyle/>
        <a:p>
          <a:r>
            <a:rPr lang="en-US" altLang="zh-CN" dirty="0"/>
            <a:t>RISC-V</a:t>
          </a:r>
          <a:r>
            <a:rPr lang="zh-CN" altLang="en-US" dirty="0"/>
            <a:t>助力现代处理器侧信道防护的研究</a:t>
          </a:r>
        </a:p>
      </dgm:t>
    </dgm:pt>
    <dgm:pt modelId="{5E06C5BC-ED90-4AA0-ABEE-755DFA03F900}" type="parTrans" cxnId="{C0E19F11-BDCC-41C4-A46A-90ADC10EFFA7}">
      <dgm:prSet/>
      <dgm:spPr/>
      <dgm:t>
        <a:bodyPr/>
        <a:lstStyle/>
        <a:p>
          <a:endParaRPr lang="zh-CN" altLang="en-US"/>
        </a:p>
      </dgm:t>
    </dgm:pt>
    <dgm:pt modelId="{FA0504B6-EFBC-4A28-A82F-9EBE8E583C0B}" type="sibTrans" cxnId="{C0E19F11-BDCC-41C4-A46A-90ADC10EFFA7}">
      <dgm:prSet/>
      <dgm:spPr/>
      <dgm:t>
        <a:bodyPr/>
        <a:lstStyle/>
        <a:p>
          <a:endParaRPr lang="zh-CN" altLang="en-US"/>
        </a:p>
      </dgm:t>
    </dgm:pt>
    <dgm:pt modelId="{6025DB30-0DAE-4B52-99A3-EC23AEB9F318}">
      <dgm:prSet phldrT="[文本]"/>
      <dgm:spPr/>
      <dgm:t>
        <a:bodyPr/>
        <a:lstStyle/>
        <a:p>
          <a:r>
            <a:rPr lang="zh-CN" altLang="en-US" dirty="0"/>
            <a:t>掩码技术破坏统计学特征</a:t>
          </a:r>
        </a:p>
      </dgm:t>
    </dgm:pt>
    <dgm:pt modelId="{4A6DE381-C955-4AF1-A9FE-C586426D6FD2}" type="parTrans" cxnId="{954EFB4F-1B02-41A6-8EE9-881FE917FC3E}">
      <dgm:prSet/>
      <dgm:spPr/>
      <dgm:t>
        <a:bodyPr/>
        <a:lstStyle/>
        <a:p>
          <a:endParaRPr lang="zh-CN" altLang="en-US"/>
        </a:p>
      </dgm:t>
    </dgm:pt>
    <dgm:pt modelId="{AA2E4C3D-D201-4828-8992-3A2CBFA1BAF9}" type="sibTrans" cxnId="{954EFB4F-1B02-41A6-8EE9-881FE917FC3E}">
      <dgm:prSet/>
      <dgm:spPr/>
      <dgm:t>
        <a:bodyPr/>
        <a:lstStyle/>
        <a:p>
          <a:endParaRPr lang="zh-CN" altLang="en-US"/>
        </a:p>
      </dgm:t>
    </dgm:pt>
    <dgm:pt modelId="{4712DF57-13DA-4CEA-9E66-4F322C06F16F}">
      <dgm:prSet/>
      <dgm:spPr/>
      <dgm:t>
        <a:bodyPr/>
        <a:lstStyle/>
        <a:p>
          <a:r>
            <a:rPr lang="zh-CN" altLang="en-US" dirty="0"/>
            <a:t>后量子密码学</a:t>
          </a:r>
        </a:p>
      </dgm:t>
    </dgm:pt>
    <dgm:pt modelId="{D967621F-A166-40FE-AED9-8D12F0BDCFDA}" type="parTrans" cxnId="{6CE22AE0-E260-4D10-8AC5-0165D6736D8E}">
      <dgm:prSet/>
      <dgm:spPr/>
      <dgm:t>
        <a:bodyPr/>
        <a:lstStyle/>
        <a:p>
          <a:endParaRPr lang="zh-CN" altLang="en-US"/>
        </a:p>
      </dgm:t>
    </dgm:pt>
    <dgm:pt modelId="{645E8B7B-CCE1-44DB-8009-9E6A83760D6A}" type="sibTrans" cxnId="{6CE22AE0-E260-4D10-8AC5-0165D6736D8E}">
      <dgm:prSet/>
      <dgm:spPr/>
      <dgm:t>
        <a:bodyPr/>
        <a:lstStyle/>
        <a:p>
          <a:endParaRPr lang="zh-CN" altLang="en-US"/>
        </a:p>
      </dgm:t>
    </dgm:pt>
    <dgm:pt modelId="{5CE004AB-3855-4A9F-A5BF-332EE1554D9A}">
      <dgm:prSet phldrT="[文本]" phldr="0"/>
      <dgm:spPr/>
      <dgm:t>
        <a:bodyPr/>
        <a:lstStyle/>
        <a:p>
          <a:r>
            <a:rPr lang="en-US" altLang="zh-CN"/>
            <a:t>Ascon</a:t>
          </a:r>
          <a:endParaRPr lang="zh-CN" altLang="en-US" dirty="0"/>
        </a:p>
      </dgm:t>
    </dgm:pt>
    <dgm:pt modelId="{707C5756-1782-4F82-8DAD-236FBC1CED25}" type="parTrans" cxnId="{7E37EFEE-2E9E-4C9E-9E52-1A704B237DC8}">
      <dgm:prSet/>
      <dgm:spPr/>
      <dgm:t>
        <a:bodyPr/>
        <a:lstStyle/>
        <a:p>
          <a:endParaRPr lang="zh-CN" altLang="en-US"/>
        </a:p>
      </dgm:t>
    </dgm:pt>
    <dgm:pt modelId="{D7C3923C-3327-43CE-8175-655D965CD34F}" type="sibTrans" cxnId="{7E37EFEE-2E9E-4C9E-9E52-1A704B237DC8}">
      <dgm:prSet/>
      <dgm:spPr/>
      <dgm:t>
        <a:bodyPr/>
        <a:lstStyle/>
        <a:p>
          <a:endParaRPr lang="zh-CN" altLang="en-US"/>
        </a:p>
      </dgm:t>
    </dgm:pt>
    <dgm:pt modelId="{70CBFF06-B37E-43F8-BE40-AEE7EBF5C836}">
      <dgm:prSet phldrT="[文本]"/>
      <dgm:spPr/>
      <dgm:t>
        <a:bodyPr/>
        <a:lstStyle/>
        <a:p>
          <a:r>
            <a:rPr lang="zh-CN" altLang="en-US" dirty="0"/>
            <a:t>通用的常规侧信道漏洞检测方案</a:t>
          </a:r>
        </a:p>
      </dgm:t>
    </dgm:pt>
    <dgm:pt modelId="{413B9DAD-0803-4330-8206-857F1CFFF5C7}" type="parTrans" cxnId="{9742ACCD-5ECD-4EFF-98DF-A8F7AD499151}">
      <dgm:prSet/>
      <dgm:spPr/>
      <dgm:t>
        <a:bodyPr/>
        <a:lstStyle/>
        <a:p>
          <a:endParaRPr lang="zh-CN" altLang="en-US"/>
        </a:p>
      </dgm:t>
    </dgm:pt>
    <dgm:pt modelId="{FA51B9DC-9777-4CDB-A1B6-FE6E45B01504}" type="sibTrans" cxnId="{9742ACCD-5ECD-4EFF-98DF-A8F7AD499151}">
      <dgm:prSet/>
      <dgm:spPr/>
      <dgm:t>
        <a:bodyPr/>
        <a:lstStyle/>
        <a:p>
          <a:endParaRPr lang="zh-CN" altLang="en-US"/>
        </a:p>
      </dgm:t>
    </dgm:pt>
    <dgm:pt modelId="{ADE683A1-E736-4A4A-A5BD-EB3A4F6058B6}">
      <dgm:prSet/>
      <dgm:spPr/>
      <dgm:t>
        <a:bodyPr/>
        <a:lstStyle/>
        <a:p>
          <a:r>
            <a:rPr lang="zh-CN" altLang="en-US" dirty="0"/>
            <a:t>传统公钥密码学的弱点</a:t>
          </a:r>
        </a:p>
      </dgm:t>
    </dgm:pt>
    <dgm:pt modelId="{3E5C32E9-74E6-4DBA-ABA5-F0EBC48D9A7B}" type="parTrans" cxnId="{43B54466-AF5F-47C0-BF71-0BD213A7D6A0}">
      <dgm:prSet/>
      <dgm:spPr/>
      <dgm:t>
        <a:bodyPr/>
        <a:lstStyle/>
        <a:p>
          <a:endParaRPr lang="zh-CN" altLang="en-US"/>
        </a:p>
      </dgm:t>
    </dgm:pt>
    <dgm:pt modelId="{7D2E05C1-A9CF-4927-B00D-9582D7867EFA}" type="sibTrans" cxnId="{43B54466-AF5F-47C0-BF71-0BD213A7D6A0}">
      <dgm:prSet/>
      <dgm:spPr/>
      <dgm:t>
        <a:bodyPr/>
        <a:lstStyle/>
        <a:p>
          <a:endParaRPr lang="zh-CN" altLang="en-US"/>
        </a:p>
      </dgm:t>
    </dgm:pt>
    <dgm:pt modelId="{0F5EE856-6B4C-4F5F-B43E-098A0B6EEA75}">
      <dgm:prSet/>
      <dgm:spPr/>
      <dgm:t>
        <a:bodyPr/>
        <a:lstStyle/>
        <a:p>
          <a:r>
            <a:rPr lang="en-US" altLang="zh-CN" dirty="0"/>
            <a:t>SLH-DSA</a:t>
          </a:r>
          <a:r>
            <a:rPr lang="zh-CN" altLang="en-US" dirty="0"/>
            <a:t>（无状态散列数字签名算法）</a:t>
          </a:r>
        </a:p>
      </dgm:t>
    </dgm:pt>
    <dgm:pt modelId="{9C61EC16-3BB2-4636-94A9-950E203C7D48}" type="parTrans" cxnId="{2084A998-C43A-41CD-A1FD-DB0860B5D4DA}">
      <dgm:prSet/>
      <dgm:spPr/>
      <dgm:t>
        <a:bodyPr/>
        <a:lstStyle/>
        <a:p>
          <a:endParaRPr lang="zh-CN" altLang="en-US"/>
        </a:p>
      </dgm:t>
    </dgm:pt>
    <dgm:pt modelId="{1C5E32A7-2308-4446-A1BB-F167EFDCA8B1}" type="sibTrans" cxnId="{2084A998-C43A-41CD-A1FD-DB0860B5D4DA}">
      <dgm:prSet/>
      <dgm:spPr/>
      <dgm:t>
        <a:bodyPr/>
        <a:lstStyle/>
        <a:p>
          <a:endParaRPr lang="zh-CN" altLang="en-US"/>
        </a:p>
      </dgm:t>
    </dgm:pt>
    <dgm:pt modelId="{C24F74C2-27D2-4FDC-ABF4-D411CC700226}" type="pres">
      <dgm:prSet presAssocID="{AE0BCF0F-6CFC-498E-928B-4683122DDB60}" presName="Name0" presStyleCnt="0">
        <dgm:presLayoutVars>
          <dgm:dir/>
          <dgm:resizeHandles val="exact"/>
        </dgm:presLayoutVars>
      </dgm:prSet>
      <dgm:spPr/>
    </dgm:pt>
    <dgm:pt modelId="{0D76B999-B76C-4CAD-AB98-6577ABA54141}" type="pres">
      <dgm:prSet presAssocID="{FDEC483B-C696-40BD-8954-0EE4754A2001}" presName="node" presStyleLbl="node1" presStyleIdx="0" presStyleCnt="4">
        <dgm:presLayoutVars>
          <dgm:bulletEnabled val="1"/>
        </dgm:presLayoutVars>
      </dgm:prSet>
      <dgm:spPr/>
    </dgm:pt>
    <dgm:pt modelId="{8A6C0337-3EE8-4FE0-987B-1161EEFFB98F}" type="pres">
      <dgm:prSet presAssocID="{BC774FED-9B0B-424E-8D7C-A7E6AA80EA0D}" presName="sibTrans" presStyleCnt="0"/>
      <dgm:spPr/>
    </dgm:pt>
    <dgm:pt modelId="{2EEF08B6-2D9B-47EB-BEBF-D63AC8057A7D}" type="pres">
      <dgm:prSet presAssocID="{7A79CA3D-C2E1-4D94-B047-31661037DD52}" presName="node" presStyleLbl="node1" presStyleIdx="1" presStyleCnt="4">
        <dgm:presLayoutVars>
          <dgm:bulletEnabled val="1"/>
        </dgm:presLayoutVars>
      </dgm:prSet>
      <dgm:spPr/>
    </dgm:pt>
    <dgm:pt modelId="{A325FD81-D13D-4640-A58B-C37F87A24119}" type="pres">
      <dgm:prSet presAssocID="{F79947CD-A318-4CAC-A92A-F7887DD99CBE}" presName="sibTrans" presStyleCnt="0"/>
      <dgm:spPr/>
    </dgm:pt>
    <dgm:pt modelId="{A50BDE64-6FA7-4442-8EF7-904E62EDBEC4}" type="pres">
      <dgm:prSet presAssocID="{D6D3CDBB-551C-44C0-A13F-2E246BDBBF5D}" presName="node" presStyleLbl="node1" presStyleIdx="2" presStyleCnt="4">
        <dgm:presLayoutVars>
          <dgm:bulletEnabled val="1"/>
        </dgm:presLayoutVars>
      </dgm:prSet>
      <dgm:spPr/>
    </dgm:pt>
    <dgm:pt modelId="{7990E8DD-E043-454A-84F2-A0101718C4B8}" type="pres">
      <dgm:prSet presAssocID="{398310F0-A7AA-4957-B102-DA41DEDDBFB7}" presName="sibTrans" presStyleCnt="0"/>
      <dgm:spPr/>
    </dgm:pt>
    <dgm:pt modelId="{8962BFB1-5A84-4260-9B18-C985AE6FB40A}" type="pres">
      <dgm:prSet presAssocID="{4712DF57-13DA-4CEA-9E66-4F322C06F16F}" presName="node" presStyleLbl="node1" presStyleIdx="3" presStyleCnt="4">
        <dgm:presLayoutVars>
          <dgm:bulletEnabled val="1"/>
        </dgm:presLayoutVars>
      </dgm:prSet>
      <dgm:spPr/>
    </dgm:pt>
  </dgm:ptLst>
  <dgm:cxnLst>
    <dgm:cxn modelId="{C0E19F11-BDCC-41C4-A46A-90ADC10EFFA7}" srcId="{D6D3CDBB-551C-44C0-A13F-2E246BDBBF5D}" destId="{FD9858D8-1B56-43E2-A5B6-F9E89E7C220C}" srcOrd="0" destOrd="0" parTransId="{5E06C5BC-ED90-4AA0-ABEE-755DFA03F900}" sibTransId="{FA0504B6-EFBC-4A28-A82F-9EBE8E583C0B}"/>
    <dgm:cxn modelId="{7602EF18-4837-473F-86E7-8519AEA85D9C}" srcId="{7A79CA3D-C2E1-4D94-B047-31661037DD52}" destId="{38084C69-5044-4D7B-BA26-E0CB35FD0DD7}" srcOrd="0" destOrd="0" parTransId="{3CE839C9-3B0A-45D7-ACE9-15F03EBB4EC3}" sibTransId="{907C7E78-1482-466A-959E-2DCEB34F2895}"/>
    <dgm:cxn modelId="{8F44DC19-753A-433B-8762-9AD44FF784B8}" srcId="{FDEC483B-C696-40BD-8954-0EE4754A2001}" destId="{08ED931B-6A5B-4F18-BDB1-E033366C2985}" srcOrd="0" destOrd="0" parTransId="{BBAF00EC-5F4A-4ACA-96BB-7165450C57B6}" sibTransId="{CAB7C351-C061-467C-A0BB-47A82F7EC6A0}"/>
    <dgm:cxn modelId="{8DBE731A-2F83-4E2C-B806-05070D0DFEA5}" type="presOf" srcId="{AE0BCF0F-6CFC-498E-928B-4683122DDB60}" destId="{C24F74C2-27D2-4FDC-ABF4-D411CC700226}" srcOrd="0" destOrd="0" presId="urn:microsoft.com/office/officeart/2005/8/layout/hList6"/>
    <dgm:cxn modelId="{42605126-6BF1-4D5A-AD05-BCC2F663EAD6}" type="presOf" srcId="{08ED931B-6A5B-4F18-BDB1-E033366C2985}" destId="{0D76B999-B76C-4CAD-AB98-6577ABA54141}" srcOrd="0" destOrd="1" presId="urn:microsoft.com/office/officeart/2005/8/layout/hList6"/>
    <dgm:cxn modelId="{348BE92A-1B47-475F-899E-9F6CAAE73696}" srcId="{AE0BCF0F-6CFC-498E-928B-4683122DDB60}" destId="{FDEC483B-C696-40BD-8954-0EE4754A2001}" srcOrd="0" destOrd="0" parTransId="{0D316B03-03C1-41B8-8CAB-115F991B4DD9}" sibTransId="{BC774FED-9B0B-424E-8D7C-A7E6AA80EA0D}"/>
    <dgm:cxn modelId="{31F8CB2C-62EC-4CB3-ACB6-2587E06A07F6}" type="presOf" srcId="{7A79CA3D-C2E1-4D94-B047-31661037DD52}" destId="{2EEF08B6-2D9B-47EB-BEBF-D63AC8057A7D}" srcOrd="0" destOrd="0" presId="urn:microsoft.com/office/officeart/2005/8/layout/hList6"/>
    <dgm:cxn modelId="{7BB8C033-C277-4E8E-8E53-12F403BAD5F6}" srcId="{AE0BCF0F-6CFC-498E-928B-4683122DDB60}" destId="{D6D3CDBB-551C-44C0-A13F-2E246BDBBF5D}" srcOrd="2" destOrd="0" parTransId="{32EC46C6-742A-45CE-AB9B-90B3EC63A345}" sibTransId="{398310F0-A7AA-4957-B102-DA41DEDDBFB7}"/>
    <dgm:cxn modelId="{F230043E-9A3D-426F-B964-A86FDB982A7F}" type="presOf" srcId="{4712DF57-13DA-4CEA-9E66-4F322C06F16F}" destId="{8962BFB1-5A84-4260-9B18-C985AE6FB40A}" srcOrd="0" destOrd="0" presId="urn:microsoft.com/office/officeart/2005/8/layout/hList6"/>
    <dgm:cxn modelId="{43B54466-AF5F-47C0-BF71-0BD213A7D6A0}" srcId="{4712DF57-13DA-4CEA-9E66-4F322C06F16F}" destId="{ADE683A1-E736-4A4A-A5BD-EB3A4F6058B6}" srcOrd="0" destOrd="0" parTransId="{3E5C32E9-74E6-4DBA-ABA5-F0EBC48D9A7B}" sibTransId="{7D2E05C1-A9CF-4927-B00D-9582D7867EFA}"/>
    <dgm:cxn modelId="{42540748-4D8C-487D-BB2E-8F2F036FA95C}" type="presOf" srcId="{FDEC483B-C696-40BD-8954-0EE4754A2001}" destId="{0D76B999-B76C-4CAD-AB98-6577ABA54141}" srcOrd="0" destOrd="0" presId="urn:microsoft.com/office/officeart/2005/8/layout/hList6"/>
    <dgm:cxn modelId="{D59DC94B-9301-4704-9401-ACEE5827C5DF}" srcId="{7A79CA3D-C2E1-4D94-B047-31661037DD52}" destId="{BB00198E-1803-4F0F-85AC-C0ED5117C654}" srcOrd="1" destOrd="0" parTransId="{78774D7C-A97E-4D25-970C-A453B348B64E}" sibTransId="{6F2C3F9C-41C3-4D6A-8E0A-83EB806E3C91}"/>
    <dgm:cxn modelId="{9BEE5B4D-CB51-4FC8-BD06-24DEDAE760BD}" type="presOf" srcId="{6025DB30-0DAE-4B52-99A3-EC23AEB9F318}" destId="{A50BDE64-6FA7-4442-8EF7-904E62EDBEC4}" srcOrd="0" destOrd="2" presId="urn:microsoft.com/office/officeart/2005/8/layout/hList6"/>
    <dgm:cxn modelId="{7BA57B6F-CBD0-4D1A-8B92-C5797D0CF165}" type="presOf" srcId="{BB00198E-1803-4F0F-85AC-C0ED5117C654}" destId="{2EEF08B6-2D9B-47EB-BEBF-D63AC8057A7D}" srcOrd="0" destOrd="2" presId="urn:microsoft.com/office/officeart/2005/8/layout/hList6"/>
    <dgm:cxn modelId="{954EFB4F-1B02-41A6-8EE9-881FE917FC3E}" srcId="{D6D3CDBB-551C-44C0-A13F-2E246BDBBF5D}" destId="{6025DB30-0DAE-4B52-99A3-EC23AEB9F318}" srcOrd="1" destOrd="0" parTransId="{4A6DE381-C955-4AF1-A9FE-C586426D6FD2}" sibTransId="{AA2E4C3D-D201-4828-8992-3A2CBFA1BAF9}"/>
    <dgm:cxn modelId="{4F838483-5A9D-45FF-82C5-CEC9D13AACE8}" type="presOf" srcId="{4D797C81-B7AF-411B-B11B-4F36B4F7B64A}" destId="{0D76B999-B76C-4CAD-AB98-6577ABA54141}" srcOrd="0" destOrd="2" presId="urn:microsoft.com/office/officeart/2005/8/layout/hList6"/>
    <dgm:cxn modelId="{5C90B983-C663-4237-B5AA-75606D87060F}" type="presOf" srcId="{0F5EE856-6B4C-4F5F-B43E-098A0B6EEA75}" destId="{8962BFB1-5A84-4260-9B18-C985AE6FB40A}" srcOrd="0" destOrd="2" presId="urn:microsoft.com/office/officeart/2005/8/layout/hList6"/>
    <dgm:cxn modelId="{D9CD9D84-EBD7-4497-9F5B-74BBDA2E0570}" type="presOf" srcId="{FD9858D8-1B56-43E2-A5B6-F9E89E7C220C}" destId="{A50BDE64-6FA7-4442-8EF7-904E62EDBEC4}" srcOrd="0" destOrd="1" presId="urn:microsoft.com/office/officeart/2005/8/layout/hList6"/>
    <dgm:cxn modelId="{807D198F-9E72-4EA3-83C6-F0FFC6770132}" srcId="{FDEC483B-C696-40BD-8954-0EE4754A2001}" destId="{4D797C81-B7AF-411B-B11B-4F36B4F7B64A}" srcOrd="1" destOrd="0" parTransId="{E02EDE8B-5C3E-446E-BB07-96D0CC0414C7}" sibTransId="{7C67717D-F2ED-4133-8178-D4C87ED79427}"/>
    <dgm:cxn modelId="{206A1C95-AA87-4A84-8B3C-78E1C7B1B953}" type="presOf" srcId="{D6D3CDBB-551C-44C0-A13F-2E246BDBBF5D}" destId="{A50BDE64-6FA7-4442-8EF7-904E62EDBEC4}" srcOrd="0" destOrd="0" presId="urn:microsoft.com/office/officeart/2005/8/layout/hList6"/>
    <dgm:cxn modelId="{2084A998-C43A-41CD-A1FD-DB0860B5D4DA}" srcId="{4712DF57-13DA-4CEA-9E66-4F322C06F16F}" destId="{0F5EE856-6B4C-4F5F-B43E-098A0B6EEA75}" srcOrd="1" destOrd="0" parTransId="{9C61EC16-3BB2-4636-94A9-950E203C7D48}" sibTransId="{1C5E32A7-2308-4446-A1BB-F167EFDCA8B1}"/>
    <dgm:cxn modelId="{6A9D23B1-BCFA-47EE-ADFA-13B14A269A78}" type="presOf" srcId="{ADE683A1-E736-4A4A-A5BD-EB3A4F6058B6}" destId="{8962BFB1-5A84-4260-9B18-C985AE6FB40A}" srcOrd="0" destOrd="1" presId="urn:microsoft.com/office/officeart/2005/8/layout/hList6"/>
    <dgm:cxn modelId="{08977EC0-4AAD-4D0C-A1E6-5170C0FA3BA8}" type="presOf" srcId="{5CE004AB-3855-4A9F-A5BF-332EE1554D9A}" destId="{2EEF08B6-2D9B-47EB-BEBF-D63AC8057A7D}" srcOrd="0" destOrd="3" presId="urn:microsoft.com/office/officeart/2005/8/layout/hList6"/>
    <dgm:cxn modelId="{9742ACCD-5ECD-4EFF-98DF-A8F7AD499151}" srcId="{D6D3CDBB-551C-44C0-A13F-2E246BDBBF5D}" destId="{70CBFF06-B37E-43F8-BE40-AEE7EBF5C836}" srcOrd="2" destOrd="0" parTransId="{413B9DAD-0803-4330-8206-857F1CFFF5C7}" sibTransId="{FA51B9DC-9777-4CDB-A1B6-FE6E45B01504}"/>
    <dgm:cxn modelId="{48D5EDD3-EA37-4C9B-BFE8-D186822FFB69}" type="presOf" srcId="{38084C69-5044-4D7B-BA26-E0CB35FD0DD7}" destId="{2EEF08B6-2D9B-47EB-BEBF-D63AC8057A7D}" srcOrd="0" destOrd="1" presId="urn:microsoft.com/office/officeart/2005/8/layout/hList6"/>
    <dgm:cxn modelId="{F9B3E5DD-875E-41B3-98B2-7FD6F1B1A6F3}" srcId="{AE0BCF0F-6CFC-498E-928B-4683122DDB60}" destId="{7A79CA3D-C2E1-4D94-B047-31661037DD52}" srcOrd="1" destOrd="0" parTransId="{8187EF6D-912E-42E0-B8B5-C84FAD4CD4F8}" sibTransId="{F79947CD-A318-4CAC-A92A-F7887DD99CBE}"/>
    <dgm:cxn modelId="{6CE22AE0-E260-4D10-8AC5-0165D6736D8E}" srcId="{AE0BCF0F-6CFC-498E-928B-4683122DDB60}" destId="{4712DF57-13DA-4CEA-9E66-4F322C06F16F}" srcOrd="3" destOrd="0" parTransId="{D967621F-A166-40FE-AED9-8D12F0BDCFDA}" sibTransId="{645E8B7B-CCE1-44DB-8009-9E6A83760D6A}"/>
    <dgm:cxn modelId="{7E37EFEE-2E9E-4C9E-9E52-1A704B237DC8}" srcId="{7A79CA3D-C2E1-4D94-B047-31661037DD52}" destId="{5CE004AB-3855-4A9F-A5BF-332EE1554D9A}" srcOrd="2" destOrd="0" parTransId="{707C5756-1782-4F82-8DAD-236FBC1CED25}" sibTransId="{D7C3923C-3327-43CE-8175-655D965CD34F}"/>
    <dgm:cxn modelId="{474B21F8-3E63-4D63-950E-21B308E1623E}" type="presOf" srcId="{70CBFF06-B37E-43F8-BE40-AEE7EBF5C836}" destId="{A50BDE64-6FA7-4442-8EF7-904E62EDBEC4}" srcOrd="0" destOrd="3" presId="urn:microsoft.com/office/officeart/2005/8/layout/hList6"/>
    <dgm:cxn modelId="{1B35F974-E745-43DA-A894-804545BE5AD8}" type="presParOf" srcId="{C24F74C2-27D2-4FDC-ABF4-D411CC700226}" destId="{0D76B999-B76C-4CAD-AB98-6577ABA54141}" srcOrd="0" destOrd="0" presId="urn:microsoft.com/office/officeart/2005/8/layout/hList6"/>
    <dgm:cxn modelId="{A2CE4606-1FE2-4001-B8BA-A332D1B57644}" type="presParOf" srcId="{C24F74C2-27D2-4FDC-ABF4-D411CC700226}" destId="{8A6C0337-3EE8-4FE0-987B-1161EEFFB98F}" srcOrd="1" destOrd="0" presId="urn:microsoft.com/office/officeart/2005/8/layout/hList6"/>
    <dgm:cxn modelId="{B7FB4A84-4CC1-4D53-B09A-85DB6CB831E3}" type="presParOf" srcId="{C24F74C2-27D2-4FDC-ABF4-D411CC700226}" destId="{2EEF08B6-2D9B-47EB-BEBF-D63AC8057A7D}" srcOrd="2" destOrd="0" presId="urn:microsoft.com/office/officeart/2005/8/layout/hList6"/>
    <dgm:cxn modelId="{4A240C00-F73B-49BC-A6F1-9451ABAE46FE}" type="presParOf" srcId="{C24F74C2-27D2-4FDC-ABF4-D411CC700226}" destId="{A325FD81-D13D-4640-A58B-C37F87A24119}" srcOrd="3" destOrd="0" presId="urn:microsoft.com/office/officeart/2005/8/layout/hList6"/>
    <dgm:cxn modelId="{1CE4C3FC-CC12-486C-A636-D0FC9478412D}" type="presParOf" srcId="{C24F74C2-27D2-4FDC-ABF4-D411CC700226}" destId="{A50BDE64-6FA7-4442-8EF7-904E62EDBEC4}" srcOrd="4" destOrd="0" presId="urn:microsoft.com/office/officeart/2005/8/layout/hList6"/>
    <dgm:cxn modelId="{92A94B5B-DA7E-4C67-9F62-2F30A4CF6203}" type="presParOf" srcId="{C24F74C2-27D2-4FDC-ABF4-D411CC700226}" destId="{7990E8DD-E043-454A-84F2-A0101718C4B8}" srcOrd="5" destOrd="0" presId="urn:microsoft.com/office/officeart/2005/8/layout/hList6"/>
    <dgm:cxn modelId="{127B0314-EEBD-438B-86F7-CDC00B2FE57E}" type="presParOf" srcId="{C24F74C2-27D2-4FDC-ABF4-D411CC700226}" destId="{8962BFB1-5A84-4260-9B18-C985AE6FB40A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D57259-9BB8-4AE1-8819-7BFAD4395AC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E6B51E44-F262-4B72-9702-16C53C24C900}">
      <dgm:prSet phldrT="[文本]"/>
      <dgm:spPr/>
      <dgm:t>
        <a:bodyPr/>
        <a:lstStyle/>
        <a:p>
          <a:r>
            <a:rPr lang="zh-CN" altLang="en-US" dirty="0"/>
            <a:t>对称加密算法研究与技术对比</a:t>
          </a:r>
        </a:p>
      </dgm:t>
    </dgm:pt>
    <dgm:pt modelId="{8C37E539-DDCF-486B-9D2D-8EF68FF4138C}" type="parTrans" cxnId="{3C5C6DC0-0BC7-460F-BC36-6959F4BF9E70}">
      <dgm:prSet/>
      <dgm:spPr/>
      <dgm:t>
        <a:bodyPr/>
        <a:lstStyle/>
        <a:p>
          <a:endParaRPr lang="zh-CN" altLang="en-US"/>
        </a:p>
      </dgm:t>
    </dgm:pt>
    <dgm:pt modelId="{87174D90-CCE8-40F8-B53D-7E39782AE12E}" type="sibTrans" cxnId="{3C5C6DC0-0BC7-460F-BC36-6959F4BF9E70}">
      <dgm:prSet/>
      <dgm:spPr/>
      <dgm:t>
        <a:bodyPr/>
        <a:lstStyle/>
        <a:p>
          <a:endParaRPr lang="zh-CN" altLang="en-US"/>
        </a:p>
      </dgm:t>
    </dgm:pt>
    <dgm:pt modelId="{B9F82694-FBBE-4948-8201-459A07745FC8}">
      <dgm:prSet phldrT="[文本]"/>
      <dgm:spPr/>
      <dgm:t>
        <a:bodyPr/>
        <a:lstStyle/>
        <a:p>
          <a:r>
            <a:rPr lang="zh-CN" altLang="en-US" dirty="0"/>
            <a:t>基于</a:t>
          </a:r>
          <a:r>
            <a:rPr lang="en-US" altLang="zh-CN" dirty="0"/>
            <a:t>SAC</a:t>
          </a:r>
          <a:r>
            <a:rPr lang="zh-CN" altLang="en-US" dirty="0"/>
            <a:t>实现硬件</a:t>
          </a:r>
          <a:r>
            <a:rPr lang="en-US" altLang="zh-CN" dirty="0"/>
            <a:t>AES-128</a:t>
          </a:r>
          <a:endParaRPr lang="zh-CN" altLang="en-US" dirty="0"/>
        </a:p>
      </dgm:t>
    </dgm:pt>
    <dgm:pt modelId="{9464A951-D1D3-4C52-A15F-50884C5C672B}" type="parTrans" cxnId="{BCDC6861-3F72-497A-A887-B6A7F780C4BE}">
      <dgm:prSet/>
      <dgm:spPr/>
      <dgm:t>
        <a:bodyPr/>
        <a:lstStyle/>
        <a:p>
          <a:endParaRPr lang="zh-CN" altLang="en-US"/>
        </a:p>
      </dgm:t>
    </dgm:pt>
    <dgm:pt modelId="{599151C6-54C7-4AEA-89C7-8FC3244858B8}" type="sibTrans" cxnId="{BCDC6861-3F72-497A-A887-B6A7F780C4BE}">
      <dgm:prSet/>
      <dgm:spPr/>
      <dgm:t>
        <a:bodyPr/>
        <a:lstStyle/>
        <a:p>
          <a:endParaRPr lang="zh-CN" altLang="en-US"/>
        </a:p>
      </dgm:t>
    </dgm:pt>
    <dgm:pt modelId="{C6E35099-F8B1-4463-B0C9-62928988BE63}">
      <dgm:prSet phldrT="[文本]"/>
      <dgm:spPr/>
      <dgm:t>
        <a:bodyPr/>
        <a:lstStyle/>
        <a:p>
          <a:r>
            <a:rPr lang="zh-CN" altLang="en-US" dirty="0"/>
            <a:t>基于</a:t>
          </a:r>
          <a:r>
            <a:rPr lang="en-US" altLang="zh-CN" dirty="0"/>
            <a:t>tiny-AES-c</a:t>
          </a:r>
          <a:r>
            <a:rPr lang="zh-CN" altLang="en-US" dirty="0"/>
            <a:t>库实现软件</a:t>
          </a:r>
          <a:r>
            <a:rPr lang="en-US" altLang="zh-CN" dirty="0"/>
            <a:t>AES-128</a:t>
          </a:r>
          <a:endParaRPr lang="zh-CN" altLang="en-US" dirty="0"/>
        </a:p>
      </dgm:t>
    </dgm:pt>
    <dgm:pt modelId="{9C81A8FD-5AF7-41FA-BF43-D18DA9DF1121}" type="parTrans" cxnId="{89B5786B-749B-4C71-9D38-2D8F11897C93}">
      <dgm:prSet/>
      <dgm:spPr/>
      <dgm:t>
        <a:bodyPr/>
        <a:lstStyle/>
        <a:p>
          <a:endParaRPr lang="zh-CN" altLang="en-US"/>
        </a:p>
      </dgm:t>
    </dgm:pt>
    <dgm:pt modelId="{70F64D50-7BD6-4950-AE0C-0D92989F47A3}" type="sibTrans" cxnId="{89B5786B-749B-4C71-9D38-2D8F11897C93}">
      <dgm:prSet/>
      <dgm:spPr/>
      <dgm:t>
        <a:bodyPr/>
        <a:lstStyle/>
        <a:p>
          <a:endParaRPr lang="zh-CN" altLang="en-US"/>
        </a:p>
      </dgm:t>
    </dgm:pt>
    <dgm:pt modelId="{8D53D15F-3A02-459A-9BF3-2E96A3C1247E}">
      <dgm:prSet phldrT="[文本]"/>
      <dgm:spPr/>
      <dgm:t>
        <a:bodyPr/>
        <a:lstStyle/>
        <a:p>
          <a:r>
            <a:rPr lang="zh-CN" altLang="en-US" dirty="0"/>
            <a:t>后量子签名技术应用与固件完整性校验</a:t>
          </a:r>
        </a:p>
      </dgm:t>
    </dgm:pt>
    <dgm:pt modelId="{006E1AF6-2B47-4280-9FFA-9AAFC5765C00}" type="parTrans" cxnId="{59F76C00-29AC-4EF7-A9F8-B54092494BFB}">
      <dgm:prSet/>
      <dgm:spPr/>
      <dgm:t>
        <a:bodyPr/>
        <a:lstStyle/>
        <a:p>
          <a:endParaRPr lang="zh-CN" altLang="en-US"/>
        </a:p>
      </dgm:t>
    </dgm:pt>
    <dgm:pt modelId="{99D8479B-AF40-4C4F-8570-5FE0B31435AB}" type="sibTrans" cxnId="{59F76C00-29AC-4EF7-A9F8-B54092494BFB}">
      <dgm:prSet/>
      <dgm:spPr/>
      <dgm:t>
        <a:bodyPr/>
        <a:lstStyle/>
        <a:p>
          <a:endParaRPr lang="zh-CN" altLang="en-US"/>
        </a:p>
      </dgm:t>
    </dgm:pt>
    <dgm:pt modelId="{21D69879-3D81-4825-8A9F-F0068F4D875F}">
      <dgm:prSet phldrT="[文本]"/>
      <dgm:spPr/>
      <dgm:t>
        <a:bodyPr/>
        <a:lstStyle/>
        <a:p>
          <a:r>
            <a:rPr lang="zh-CN" altLang="en-US" dirty="0"/>
            <a:t>基于</a:t>
          </a:r>
          <a:r>
            <a:rPr lang="en-US" altLang="zh-CN" dirty="0"/>
            <a:t>SLH-DSA</a:t>
          </a:r>
          <a:r>
            <a:rPr lang="zh-CN" altLang="en-US" dirty="0"/>
            <a:t>的</a:t>
          </a:r>
          <a:r>
            <a:rPr lang="en-US" altLang="zh-CN" dirty="0"/>
            <a:t>C</a:t>
          </a:r>
          <a:r>
            <a:rPr lang="zh-CN" altLang="en-US" dirty="0"/>
            <a:t>语言开源库实现</a:t>
          </a:r>
        </a:p>
      </dgm:t>
    </dgm:pt>
    <dgm:pt modelId="{1097BBC6-D2D9-49A7-BC7B-58506DACD8CD}" type="parTrans" cxnId="{124A2BFF-F6F5-4346-871D-156963C683B2}">
      <dgm:prSet/>
      <dgm:spPr/>
      <dgm:t>
        <a:bodyPr/>
        <a:lstStyle/>
        <a:p>
          <a:endParaRPr lang="zh-CN" altLang="en-US"/>
        </a:p>
      </dgm:t>
    </dgm:pt>
    <dgm:pt modelId="{9E2374A3-A802-4B8E-B105-57191521F442}" type="sibTrans" cxnId="{124A2BFF-F6F5-4346-871D-156963C683B2}">
      <dgm:prSet/>
      <dgm:spPr/>
      <dgm:t>
        <a:bodyPr/>
        <a:lstStyle/>
        <a:p>
          <a:endParaRPr lang="zh-CN" altLang="en-US"/>
        </a:p>
      </dgm:t>
    </dgm:pt>
    <dgm:pt modelId="{A0EDAD89-3191-42D2-8334-82DF2C9D1164}">
      <dgm:prSet phldrT="[文本]"/>
      <dgm:spPr/>
      <dgm:t>
        <a:bodyPr/>
        <a:lstStyle/>
        <a:p>
          <a:r>
            <a:rPr lang="zh-CN" altLang="en-US" dirty="0"/>
            <a:t>利用</a:t>
          </a:r>
          <a:r>
            <a:rPr lang="en-US" altLang="zh-CN" dirty="0"/>
            <a:t>SAC</a:t>
          </a:r>
          <a:r>
            <a:rPr lang="zh-CN" altLang="en-US" dirty="0"/>
            <a:t>实现硬件哈希加速</a:t>
          </a:r>
        </a:p>
      </dgm:t>
    </dgm:pt>
    <dgm:pt modelId="{ACD04356-5535-4FEC-AFF6-4E4938301AC3}" type="parTrans" cxnId="{F9D8987D-8FD2-4D38-90FE-3B6889BA5CFC}">
      <dgm:prSet/>
      <dgm:spPr/>
      <dgm:t>
        <a:bodyPr/>
        <a:lstStyle/>
        <a:p>
          <a:endParaRPr lang="zh-CN" altLang="en-US"/>
        </a:p>
      </dgm:t>
    </dgm:pt>
    <dgm:pt modelId="{B2848E8D-8719-4221-BABD-AB9FE75A2385}" type="sibTrans" cxnId="{F9D8987D-8FD2-4D38-90FE-3B6889BA5CFC}">
      <dgm:prSet/>
      <dgm:spPr/>
      <dgm:t>
        <a:bodyPr/>
        <a:lstStyle/>
        <a:p>
          <a:endParaRPr lang="zh-CN" altLang="en-US"/>
        </a:p>
      </dgm:t>
    </dgm:pt>
    <dgm:pt modelId="{17FCA79A-5D44-40F9-BDA3-D25932442EE3}">
      <dgm:prSet phldrT="[文本]"/>
      <dgm:spPr/>
      <dgm:t>
        <a:bodyPr/>
        <a:lstStyle/>
        <a:p>
          <a:r>
            <a:rPr lang="zh-CN" altLang="en-US" dirty="0"/>
            <a:t>侧信道防护优化</a:t>
          </a:r>
        </a:p>
      </dgm:t>
    </dgm:pt>
    <dgm:pt modelId="{11543B42-C3E6-4B0F-B71D-4F9108EAF46B}" type="parTrans" cxnId="{62AD7414-B1BD-4C69-B023-6A780FAF6E6A}">
      <dgm:prSet/>
      <dgm:spPr/>
      <dgm:t>
        <a:bodyPr/>
        <a:lstStyle/>
        <a:p>
          <a:endParaRPr lang="zh-CN" altLang="en-US"/>
        </a:p>
      </dgm:t>
    </dgm:pt>
    <dgm:pt modelId="{41578B87-80DD-4721-B699-D4C877C1C6FB}" type="sibTrans" cxnId="{62AD7414-B1BD-4C69-B023-6A780FAF6E6A}">
      <dgm:prSet/>
      <dgm:spPr/>
      <dgm:t>
        <a:bodyPr/>
        <a:lstStyle/>
        <a:p>
          <a:endParaRPr lang="zh-CN" altLang="en-US"/>
        </a:p>
      </dgm:t>
    </dgm:pt>
    <dgm:pt modelId="{C90BE981-AFAB-4F70-A207-5778C815D91E}">
      <dgm:prSet phldrT="[文本]"/>
      <dgm:spPr/>
      <dgm:t>
        <a:bodyPr/>
        <a:lstStyle/>
        <a:p>
          <a:r>
            <a:rPr lang="zh-CN" altLang="en-US" dirty="0"/>
            <a:t>使能</a:t>
          </a:r>
          <a:r>
            <a:rPr lang="en-US" altLang="zh-CN" dirty="0"/>
            <a:t>TRNG</a:t>
          </a:r>
          <a:r>
            <a:rPr lang="zh-CN" altLang="en-US" dirty="0"/>
            <a:t>产生随机数</a:t>
          </a:r>
        </a:p>
      </dgm:t>
    </dgm:pt>
    <dgm:pt modelId="{47BE9CF3-C7D5-4F22-B312-94B9A5023EE6}" type="parTrans" cxnId="{7E0CC0AE-3E42-4517-ADD1-F5B6142D1BCB}">
      <dgm:prSet/>
      <dgm:spPr/>
      <dgm:t>
        <a:bodyPr/>
        <a:lstStyle/>
        <a:p>
          <a:endParaRPr lang="zh-CN" altLang="en-US"/>
        </a:p>
      </dgm:t>
    </dgm:pt>
    <dgm:pt modelId="{1E3FE4C7-40E1-403F-A755-DE2D7EE0FA8E}" type="sibTrans" cxnId="{7E0CC0AE-3E42-4517-ADD1-F5B6142D1BCB}">
      <dgm:prSet/>
      <dgm:spPr/>
      <dgm:t>
        <a:bodyPr/>
        <a:lstStyle/>
        <a:p>
          <a:endParaRPr lang="zh-CN" altLang="en-US"/>
        </a:p>
      </dgm:t>
    </dgm:pt>
    <dgm:pt modelId="{EE53482C-93D2-400A-B9C3-2FD9CCF14ABF}">
      <dgm:prSet phldrT="[文本]"/>
      <dgm:spPr/>
      <dgm:t>
        <a:bodyPr/>
        <a:lstStyle/>
        <a:p>
          <a:r>
            <a:rPr lang="zh-CN" altLang="en-US" dirty="0"/>
            <a:t>将掩码与</a:t>
          </a:r>
          <a:r>
            <a:rPr lang="en-US" altLang="zh-CN" dirty="0"/>
            <a:t>AES</a:t>
          </a:r>
          <a:r>
            <a:rPr lang="zh-CN" altLang="en-US" dirty="0"/>
            <a:t>明文、密钥、</a:t>
          </a:r>
          <a:r>
            <a:rPr lang="en-US" altLang="zh-CN" dirty="0"/>
            <a:t>Ascon</a:t>
          </a:r>
          <a:r>
            <a:rPr lang="zh-CN" altLang="en-US" dirty="0"/>
            <a:t>寄存器在传递前后异或</a:t>
          </a:r>
        </a:p>
      </dgm:t>
    </dgm:pt>
    <dgm:pt modelId="{561B2906-4062-48CE-B82B-3B08E7E0C8E7}" type="parTrans" cxnId="{B782C2B8-F348-4D62-8161-424848E2A7C9}">
      <dgm:prSet/>
      <dgm:spPr/>
      <dgm:t>
        <a:bodyPr/>
        <a:lstStyle/>
        <a:p>
          <a:endParaRPr lang="zh-CN" altLang="en-US"/>
        </a:p>
      </dgm:t>
    </dgm:pt>
    <dgm:pt modelId="{43580D9F-35BE-423D-9FEB-4B458A5534B9}" type="sibTrans" cxnId="{B782C2B8-F348-4D62-8161-424848E2A7C9}">
      <dgm:prSet/>
      <dgm:spPr/>
      <dgm:t>
        <a:bodyPr/>
        <a:lstStyle/>
        <a:p>
          <a:endParaRPr lang="zh-CN" altLang="en-US"/>
        </a:p>
      </dgm:t>
    </dgm:pt>
    <dgm:pt modelId="{9F54682A-909C-42C6-A723-004D0F8AB77E}">
      <dgm:prSet phldrT="[文本]"/>
      <dgm:spPr/>
      <dgm:t>
        <a:bodyPr/>
        <a:lstStyle/>
        <a:p>
          <a:r>
            <a:rPr lang="zh-CN" altLang="en-US" dirty="0"/>
            <a:t>基于</a:t>
          </a:r>
          <a:r>
            <a:rPr lang="en-US" altLang="zh-CN" dirty="0"/>
            <a:t>ascon-c</a:t>
          </a:r>
          <a:r>
            <a:rPr lang="zh-CN" altLang="en-US" dirty="0"/>
            <a:t>库和</a:t>
          </a:r>
          <a:r>
            <a:rPr lang="en-US" altLang="zh-CN" dirty="0"/>
            <a:t>DMA</a:t>
          </a:r>
          <a:r>
            <a:rPr lang="zh-CN" altLang="en-US" dirty="0"/>
            <a:t>优化实现</a:t>
          </a:r>
          <a:r>
            <a:rPr lang="en-US" altLang="zh-CN" dirty="0"/>
            <a:t>Ascon-128a</a:t>
          </a:r>
          <a:endParaRPr lang="zh-CN" altLang="en-US" dirty="0"/>
        </a:p>
      </dgm:t>
    </dgm:pt>
    <dgm:pt modelId="{3204CACB-43B8-409C-8383-029979C40DDA}" type="parTrans" cxnId="{39FE2942-A719-4C9C-B84E-5795CDF9C034}">
      <dgm:prSet/>
      <dgm:spPr/>
      <dgm:t>
        <a:bodyPr/>
        <a:lstStyle/>
        <a:p>
          <a:endParaRPr lang="zh-CN" altLang="en-US"/>
        </a:p>
      </dgm:t>
    </dgm:pt>
    <dgm:pt modelId="{1C058E49-EEAC-4E4B-9391-3EC15596ECC7}" type="sibTrans" cxnId="{39FE2942-A719-4C9C-B84E-5795CDF9C034}">
      <dgm:prSet/>
      <dgm:spPr/>
      <dgm:t>
        <a:bodyPr/>
        <a:lstStyle/>
        <a:p>
          <a:endParaRPr lang="zh-CN" altLang="en-US"/>
        </a:p>
      </dgm:t>
    </dgm:pt>
    <dgm:pt modelId="{64652276-520E-43D6-834F-F46A81F3DA36}">
      <dgm:prSet phldrT="[文本]"/>
      <dgm:spPr/>
      <dgm:t>
        <a:bodyPr/>
        <a:lstStyle/>
        <a:p>
          <a:r>
            <a:rPr lang="zh-CN" altLang="en-US" dirty="0"/>
            <a:t>量化对比三种实现的性能指标</a:t>
          </a:r>
        </a:p>
      </dgm:t>
    </dgm:pt>
    <dgm:pt modelId="{E30225F4-0C94-4AE1-873A-AB275F88FD49}" type="parTrans" cxnId="{6F9A3BB0-68A7-45CB-B79D-14710E4CBA82}">
      <dgm:prSet/>
      <dgm:spPr/>
      <dgm:t>
        <a:bodyPr/>
        <a:lstStyle/>
        <a:p>
          <a:endParaRPr lang="zh-CN" altLang="en-US"/>
        </a:p>
      </dgm:t>
    </dgm:pt>
    <dgm:pt modelId="{42AAAB49-2A40-4622-8852-8D9DEA958883}" type="sibTrans" cxnId="{6F9A3BB0-68A7-45CB-B79D-14710E4CBA82}">
      <dgm:prSet/>
      <dgm:spPr/>
      <dgm:t>
        <a:bodyPr/>
        <a:lstStyle/>
        <a:p>
          <a:endParaRPr lang="zh-CN" altLang="en-US"/>
        </a:p>
      </dgm:t>
    </dgm:pt>
    <dgm:pt modelId="{39FD2FA1-F92C-4C23-986B-4E6BDC1BFE2F}">
      <dgm:prSet phldrT="[文本]"/>
      <dgm:spPr/>
      <dgm:t>
        <a:bodyPr/>
        <a:lstStyle/>
        <a:p>
          <a:r>
            <a:rPr lang="en-US" altLang="zh-CN" dirty="0"/>
            <a:t>Bootloader</a:t>
          </a:r>
          <a:r>
            <a:rPr lang="zh-CN" altLang="en-US" dirty="0"/>
            <a:t>：安全启动流程验证</a:t>
          </a:r>
        </a:p>
      </dgm:t>
    </dgm:pt>
    <dgm:pt modelId="{1FB1AC8A-B2DC-4BEC-8624-DF3E66FD33C2}" type="parTrans" cxnId="{04ECEC66-4FFC-4402-9AFD-667EA22F1FE1}">
      <dgm:prSet/>
      <dgm:spPr/>
      <dgm:t>
        <a:bodyPr/>
        <a:lstStyle/>
        <a:p>
          <a:endParaRPr lang="zh-CN" altLang="en-US"/>
        </a:p>
      </dgm:t>
    </dgm:pt>
    <dgm:pt modelId="{2D7DA641-5FBA-4E1E-B8E5-3AF1E7DC0EAB}" type="sibTrans" cxnId="{04ECEC66-4FFC-4402-9AFD-667EA22F1FE1}">
      <dgm:prSet/>
      <dgm:spPr/>
      <dgm:t>
        <a:bodyPr/>
        <a:lstStyle/>
        <a:p>
          <a:endParaRPr lang="zh-CN" altLang="en-US"/>
        </a:p>
      </dgm:t>
    </dgm:pt>
    <dgm:pt modelId="{9AEECB4B-9E0C-45B4-86B2-571FC1CDD50C}">
      <dgm:prSet phldrT="[文本]"/>
      <dgm:spPr/>
      <dgm:t>
        <a:bodyPr/>
        <a:lstStyle/>
        <a:p>
          <a:r>
            <a:rPr lang="zh-CN" altLang="en-US" dirty="0"/>
            <a:t>引入</a:t>
          </a:r>
          <a:r>
            <a:rPr lang="en-US" altLang="zh-CN" dirty="0"/>
            <a:t>SLH-DSA</a:t>
          </a:r>
          <a:r>
            <a:rPr lang="zh-CN" altLang="en-US" dirty="0"/>
            <a:t>作为数字签名验证算法</a:t>
          </a:r>
        </a:p>
      </dgm:t>
    </dgm:pt>
    <dgm:pt modelId="{4D8E88E6-053C-4BAD-AC71-E522B50F8A54}" type="parTrans" cxnId="{6AA6DDFE-97ED-4A16-AAC6-A42BE1D5BF47}">
      <dgm:prSet/>
      <dgm:spPr/>
      <dgm:t>
        <a:bodyPr/>
        <a:lstStyle/>
        <a:p>
          <a:endParaRPr lang="zh-CN" altLang="en-US"/>
        </a:p>
      </dgm:t>
    </dgm:pt>
    <dgm:pt modelId="{64A2BF68-53D0-45BC-A665-96390316B6F9}" type="sibTrans" cxnId="{6AA6DDFE-97ED-4A16-AAC6-A42BE1D5BF47}">
      <dgm:prSet/>
      <dgm:spPr/>
      <dgm:t>
        <a:bodyPr/>
        <a:lstStyle/>
        <a:p>
          <a:endParaRPr lang="zh-CN" altLang="en-US"/>
        </a:p>
      </dgm:t>
    </dgm:pt>
    <dgm:pt modelId="{51865B96-BC74-4CCE-8035-56598BBD512D}">
      <dgm:prSet phldrT="[文本]"/>
      <dgm:spPr/>
      <dgm:t>
        <a:bodyPr/>
        <a:lstStyle/>
        <a:p>
          <a:r>
            <a:rPr lang="zh-CN" altLang="en-US" dirty="0"/>
            <a:t>使用掩码盲化</a:t>
          </a:r>
          <a:r>
            <a:rPr lang="en-US" altLang="zh-CN" dirty="0"/>
            <a:t>SLH-DSA</a:t>
          </a:r>
          <a:r>
            <a:rPr lang="zh-CN" altLang="en-US" dirty="0"/>
            <a:t>的私钥种子</a:t>
          </a:r>
        </a:p>
      </dgm:t>
    </dgm:pt>
    <dgm:pt modelId="{D38DA050-6758-4DA5-8535-D4059D39899D}" type="parTrans" cxnId="{C4C2A7E3-C081-433B-94C1-19238351922B}">
      <dgm:prSet/>
      <dgm:spPr/>
      <dgm:t>
        <a:bodyPr/>
        <a:lstStyle/>
        <a:p>
          <a:endParaRPr lang="zh-CN" altLang="en-US"/>
        </a:p>
      </dgm:t>
    </dgm:pt>
    <dgm:pt modelId="{F76D0230-1CA0-464A-9AFE-76E3F23C85E2}" type="sibTrans" cxnId="{C4C2A7E3-C081-433B-94C1-19238351922B}">
      <dgm:prSet/>
      <dgm:spPr/>
      <dgm:t>
        <a:bodyPr/>
        <a:lstStyle/>
        <a:p>
          <a:endParaRPr lang="zh-CN" altLang="en-US"/>
        </a:p>
      </dgm:t>
    </dgm:pt>
    <dgm:pt modelId="{BEEDD955-25E9-4E12-B4DB-F26FBB9FAB59}">
      <dgm:prSet phldrT="[文本]"/>
      <dgm:spPr/>
      <dgm:t>
        <a:bodyPr/>
        <a:lstStyle/>
        <a:p>
          <a:r>
            <a:rPr lang="zh-CN" altLang="en-US" dirty="0"/>
            <a:t>使用</a:t>
          </a:r>
          <a:r>
            <a:rPr lang="en-US" altLang="zh-CN" dirty="0"/>
            <a:t>TVLA</a:t>
          </a:r>
          <a:r>
            <a:rPr lang="zh-CN" altLang="en-US" dirty="0"/>
            <a:t>对功耗做测试验证防护成果</a:t>
          </a:r>
        </a:p>
      </dgm:t>
    </dgm:pt>
    <dgm:pt modelId="{1C96B8DD-ED92-44D1-96A2-3E2BCC9FD458}" type="parTrans" cxnId="{CDF3656A-FC5B-4578-95E9-19DCCD5F2A58}">
      <dgm:prSet/>
      <dgm:spPr/>
      <dgm:t>
        <a:bodyPr/>
        <a:lstStyle/>
        <a:p>
          <a:endParaRPr lang="zh-CN" altLang="en-US"/>
        </a:p>
      </dgm:t>
    </dgm:pt>
    <dgm:pt modelId="{BCA90240-FBAB-4597-8745-D535D036B6E1}" type="sibTrans" cxnId="{CDF3656A-FC5B-4578-95E9-19DCCD5F2A58}">
      <dgm:prSet/>
      <dgm:spPr/>
      <dgm:t>
        <a:bodyPr/>
        <a:lstStyle/>
        <a:p>
          <a:endParaRPr lang="zh-CN" altLang="en-US"/>
        </a:p>
      </dgm:t>
    </dgm:pt>
    <dgm:pt modelId="{75F44E77-D8D1-47C8-9B97-73E3B38A00E8}" type="pres">
      <dgm:prSet presAssocID="{F9D57259-9BB8-4AE1-8819-7BFAD4395ACD}" presName="Name0" presStyleCnt="0">
        <dgm:presLayoutVars>
          <dgm:dir/>
          <dgm:animLvl val="lvl"/>
          <dgm:resizeHandles val="exact"/>
        </dgm:presLayoutVars>
      </dgm:prSet>
      <dgm:spPr/>
    </dgm:pt>
    <dgm:pt modelId="{E7540058-278E-48D2-BA87-8ACE393CD305}" type="pres">
      <dgm:prSet presAssocID="{E6B51E44-F262-4B72-9702-16C53C24C900}" presName="composite" presStyleCnt="0"/>
      <dgm:spPr/>
    </dgm:pt>
    <dgm:pt modelId="{D109CD88-1FD9-4D8B-B07D-7668BDDD68AE}" type="pres">
      <dgm:prSet presAssocID="{E6B51E44-F262-4B72-9702-16C53C24C90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3B1E52B-6D7D-4DBC-9312-AB7C88F9D210}" type="pres">
      <dgm:prSet presAssocID="{E6B51E44-F262-4B72-9702-16C53C24C900}" presName="desTx" presStyleLbl="alignAccFollowNode1" presStyleIdx="0" presStyleCnt="3">
        <dgm:presLayoutVars>
          <dgm:bulletEnabled val="1"/>
        </dgm:presLayoutVars>
      </dgm:prSet>
      <dgm:spPr/>
    </dgm:pt>
    <dgm:pt modelId="{50A2EF6A-85C8-40FD-9FAF-8A0A9ADA4F44}" type="pres">
      <dgm:prSet presAssocID="{87174D90-CCE8-40F8-B53D-7E39782AE12E}" presName="space" presStyleCnt="0"/>
      <dgm:spPr/>
    </dgm:pt>
    <dgm:pt modelId="{C50B1B34-9138-4C57-B87E-A007A6F115C8}" type="pres">
      <dgm:prSet presAssocID="{8D53D15F-3A02-459A-9BF3-2E96A3C1247E}" presName="composite" presStyleCnt="0"/>
      <dgm:spPr/>
    </dgm:pt>
    <dgm:pt modelId="{6F90DC0D-0017-4EA9-B87C-EF43DE31EB11}" type="pres">
      <dgm:prSet presAssocID="{8D53D15F-3A02-459A-9BF3-2E96A3C1247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BE5FB12-48DD-4646-B6B6-9ED3BE3547D2}" type="pres">
      <dgm:prSet presAssocID="{8D53D15F-3A02-459A-9BF3-2E96A3C1247E}" presName="desTx" presStyleLbl="alignAccFollowNode1" presStyleIdx="1" presStyleCnt="3">
        <dgm:presLayoutVars>
          <dgm:bulletEnabled val="1"/>
        </dgm:presLayoutVars>
      </dgm:prSet>
      <dgm:spPr/>
    </dgm:pt>
    <dgm:pt modelId="{792E44E1-E05E-423E-A8BD-105F54F44113}" type="pres">
      <dgm:prSet presAssocID="{99D8479B-AF40-4C4F-8570-5FE0B31435AB}" presName="space" presStyleCnt="0"/>
      <dgm:spPr/>
    </dgm:pt>
    <dgm:pt modelId="{FC63DAFD-44CB-4ACA-A771-3F4D1E8A5A76}" type="pres">
      <dgm:prSet presAssocID="{17FCA79A-5D44-40F9-BDA3-D25932442EE3}" presName="composite" presStyleCnt="0"/>
      <dgm:spPr/>
    </dgm:pt>
    <dgm:pt modelId="{4EF03167-36E4-4DE4-B642-990BF0736BE9}" type="pres">
      <dgm:prSet presAssocID="{17FCA79A-5D44-40F9-BDA3-D25932442EE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8171490-A211-436A-8826-A08F1F6C0289}" type="pres">
      <dgm:prSet presAssocID="{17FCA79A-5D44-40F9-BDA3-D25932442EE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9F76C00-29AC-4EF7-A9F8-B54092494BFB}" srcId="{F9D57259-9BB8-4AE1-8819-7BFAD4395ACD}" destId="{8D53D15F-3A02-459A-9BF3-2E96A3C1247E}" srcOrd="1" destOrd="0" parTransId="{006E1AF6-2B47-4280-9FFA-9AAFC5765C00}" sibTransId="{99D8479B-AF40-4C4F-8570-5FE0B31435AB}"/>
    <dgm:cxn modelId="{C0E6B80B-EAFC-41B7-B25D-33E40BE1C882}" type="presOf" srcId="{39FD2FA1-F92C-4C23-986B-4E6BDC1BFE2F}" destId="{ABE5FB12-48DD-4646-B6B6-9ED3BE3547D2}" srcOrd="0" destOrd="2" presId="urn:microsoft.com/office/officeart/2005/8/layout/hList1"/>
    <dgm:cxn modelId="{62AD7414-B1BD-4C69-B023-6A780FAF6E6A}" srcId="{F9D57259-9BB8-4AE1-8819-7BFAD4395ACD}" destId="{17FCA79A-5D44-40F9-BDA3-D25932442EE3}" srcOrd="2" destOrd="0" parTransId="{11543B42-C3E6-4B0F-B71D-4F9108EAF46B}" sibTransId="{41578B87-80DD-4721-B699-D4C877C1C6FB}"/>
    <dgm:cxn modelId="{9E11CA24-B867-467E-A7E9-04CA40918493}" type="presOf" srcId="{E6B51E44-F262-4B72-9702-16C53C24C900}" destId="{D109CD88-1FD9-4D8B-B07D-7668BDDD68AE}" srcOrd="0" destOrd="0" presId="urn:microsoft.com/office/officeart/2005/8/layout/hList1"/>
    <dgm:cxn modelId="{326F3D40-FBC3-4549-8B18-AAB790F686C2}" type="presOf" srcId="{9F54682A-909C-42C6-A723-004D0F8AB77E}" destId="{03B1E52B-6D7D-4DBC-9312-AB7C88F9D210}" srcOrd="0" destOrd="2" presId="urn:microsoft.com/office/officeart/2005/8/layout/hList1"/>
    <dgm:cxn modelId="{BCDC6861-3F72-497A-A887-B6A7F780C4BE}" srcId="{E6B51E44-F262-4B72-9702-16C53C24C900}" destId="{B9F82694-FBBE-4948-8201-459A07745FC8}" srcOrd="0" destOrd="0" parTransId="{9464A951-D1D3-4C52-A15F-50884C5C672B}" sibTransId="{599151C6-54C7-4AEA-89C7-8FC3244858B8}"/>
    <dgm:cxn modelId="{39FE2942-A719-4C9C-B84E-5795CDF9C034}" srcId="{E6B51E44-F262-4B72-9702-16C53C24C900}" destId="{9F54682A-909C-42C6-A723-004D0F8AB77E}" srcOrd="2" destOrd="0" parTransId="{3204CACB-43B8-409C-8383-029979C40DDA}" sibTransId="{1C058E49-EEAC-4E4B-9391-3EC15596ECC7}"/>
    <dgm:cxn modelId="{04ECEC66-4FFC-4402-9AFD-667EA22F1FE1}" srcId="{8D53D15F-3A02-459A-9BF3-2E96A3C1247E}" destId="{39FD2FA1-F92C-4C23-986B-4E6BDC1BFE2F}" srcOrd="2" destOrd="0" parTransId="{1FB1AC8A-B2DC-4BEC-8624-DF3E66FD33C2}" sibTransId="{2D7DA641-5FBA-4E1E-B8E5-3AF1E7DC0EAB}"/>
    <dgm:cxn modelId="{CDF3656A-FC5B-4578-95E9-19DCCD5F2A58}" srcId="{17FCA79A-5D44-40F9-BDA3-D25932442EE3}" destId="{BEEDD955-25E9-4E12-B4DB-F26FBB9FAB59}" srcOrd="3" destOrd="0" parTransId="{1C96B8DD-ED92-44D1-96A2-3E2BCC9FD458}" sibTransId="{BCA90240-FBAB-4597-8745-D535D036B6E1}"/>
    <dgm:cxn modelId="{89B5786B-749B-4C71-9D38-2D8F11897C93}" srcId="{E6B51E44-F262-4B72-9702-16C53C24C900}" destId="{C6E35099-F8B1-4463-B0C9-62928988BE63}" srcOrd="1" destOrd="0" parTransId="{9C81A8FD-5AF7-41FA-BF43-D18DA9DF1121}" sibTransId="{70F64D50-7BD6-4950-AE0C-0D92989F47A3}"/>
    <dgm:cxn modelId="{202ADB6C-A0E0-4413-A526-2B03FB7E85C4}" type="presOf" srcId="{B9F82694-FBBE-4948-8201-459A07745FC8}" destId="{03B1E52B-6D7D-4DBC-9312-AB7C88F9D210}" srcOrd="0" destOrd="0" presId="urn:microsoft.com/office/officeart/2005/8/layout/hList1"/>
    <dgm:cxn modelId="{DEDF0C51-52AB-454E-AA14-DDA64300E77B}" type="presOf" srcId="{C90BE981-AFAB-4F70-A207-5778C815D91E}" destId="{58171490-A211-436A-8826-A08F1F6C0289}" srcOrd="0" destOrd="0" presId="urn:microsoft.com/office/officeart/2005/8/layout/hList1"/>
    <dgm:cxn modelId="{3A472158-EFF4-4442-923A-579E98A6A5C8}" type="presOf" srcId="{8D53D15F-3A02-459A-9BF3-2E96A3C1247E}" destId="{6F90DC0D-0017-4EA9-B87C-EF43DE31EB11}" srcOrd="0" destOrd="0" presId="urn:microsoft.com/office/officeart/2005/8/layout/hList1"/>
    <dgm:cxn modelId="{F9D8987D-8FD2-4D38-90FE-3B6889BA5CFC}" srcId="{8D53D15F-3A02-459A-9BF3-2E96A3C1247E}" destId="{A0EDAD89-3191-42D2-8334-82DF2C9D1164}" srcOrd="1" destOrd="0" parTransId="{ACD04356-5535-4FEC-AFF6-4E4938301AC3}" sibTransId="{B2848E8D-8719-4221-BABD-AB9FE75A2385}"/>
    <dgm:cxn modelId="{8E11AA7D-16E1-426D-A2AF-D2EC435C92AE}" type="presOf" srcId="{64652276-520E-43D6-834F-F46A81F3DA36}" destId="{03B1E52B-6D7D-4DBC-9312-AB7C88F9D210}" srcOrd="0" destOrd="3" presId="urn:microsoft.com/office/officeart/2005/8/layout/hList1"/>
    <dgm:cxn modelId="{F47C3085-0508-414E-A506-B77BA042BF00}" type="presOf" srcId="{F9D57259-9BB8-4AE1-8819-7BFAD4395ACD}" destId="{75F44E77-D8D1-47C8-9B97-73E3B38A00E8}" srcOrd="0" destOrd="0" presId="urn:microsoft.com/office/officeart/2005/8/layout/hList1"/>
    <dgm:cxn modelId="{99F7C091-8038-4C83-9782-D9A4E705D191}" type="presOf" srcId="{C6E35099-F8B1-4463-B0C9-62928988BE63}" destId="{03B1E52B-6D7D-4DBC-9312-AB7C88F9D210}" srcOrd="0" destOrd="1" presId="urn:microsoft.com/office/officeart/2005/8/layout/hList1"/>
    <dgm:cxn modelId="{633AA4A0-36B2-4E6A-B1D1-6F507EDD4AF0}" type="presOf" srcId="{51865B96-BC74-4CCE-8035-56598BBD512D}" destId="{58171490-A211-436A-8826-A08F1F6C0289}" srcOrd="0" destOrd="2" presId="urn:microsoft.com/office/officeart/2005/8/layout/hList1"/>
    <dgm:cxn modelId="{7E0CC0AE-3E42-4517-ADD1-F5B6142D1BCB}" srcId="{17FCA79A-5D44-40F9-BDA3-D25932442EE3}" destId="{C90BE981-AFAB-4F70-A207-5778C815D91E}" srcOrd="0" destOrd="0" parTransId="{47BE9CF3-C7D5-4F22-B312-94B9A5023EE6}" sibTransId="{1E3FE4C7-40E1-403F-A755-DE2D7EE0FA8E}"/>
    <dgm:cxn modelId="{6F9A3BB0-68A7-45CB-B79D-14710E4CBA82}" srcId="{E6B51E44-F262-4B72-9702-16C53C24C900}" destId="{64652276-520E-43D6-834F-F46A81F3DA36}" srcOrd="3" destOrd="0" parTransId="{E30225F4-0C94-4AE1-873A-AB275F88FD49}" sibTransId="{42AAAB49-2A40-4622-8852-8D9DEA958883}"/>
    <dgm:cxn modelId="{B782C2B8-F348-4D62-8161-424848E2A7C9}" srcId="{17FCA79A-5D44-40F9-BDA3-D25932442EE3}" destId="{EE53482C-93D2-400A-B9C3-2FD9CCF14ABF}" srcOrd="1" destOrd="0" parTransId="{561B2906-4062-48CE-B82B-3B08E7E0C8E7}" sibTransId="{43580D9F-35BE-423D-9FEB-4B458A5534B9}"/>
    <dgm:cxn modelId="{6E826ABF-5B6E-4BEB-B157-7B24B6974CB9}" type="presOf" srcId="{EE53482C-93D2-400A-B9C3-2FD9CCF14ABF}" destId="{58171490-A211-436A-8826-A08F1F6C0289}" srcOrd="0" destOrd="1" presId="urn:microsoft.com/office/officeart/2005/8/layout/hList1"/>
    <dgm:cxn modelId="{3C5C6DC0-0BC7-460F-BC36-6959F4BF9E70}" srcId="{F9D57259-9BB8-4AE1-8819-7BFAD4395ACD}" destId="{E6B51E44-F262-4B72-9702-16C53C24C900}" srcOrd="0" destOrd="0" parTransId="{8C37E539-DDCF-486B-9D2D-8EF68FF4138C}" sibTransId="{87174D90-CCE8-40F8-B53D-7E39782AE12E}"/>
    <dgm:cxn modelId="{C9F644CC-238E-4FCC-BCFA-DDCFD7E5456E}" type="presOf" srcId="{21D69879-3D81-4825-8A9F-F0068F4D875F}" destId="{ABE5FB12-48DD-4646-B6B6-9ED3BE3547D2}" srcOrd="0" destOrd="0" presId="urn:microsoft.com/office/officeart/2005/8/layout/hList1"/>
    <dgm:cxn modelId="{8E49A1DF-1D44-4CC4-B2A3-DF47861F8877}" type="presOf" srcId="{9AEECB4B-9E0C-45B4-86B2-571FC1CDD50C}" destId="{ABE5FB12-48DD-4646-B6B6-9ED3BE3547D2}" srcOrd="0" destOrd="3" presId="urn:microsoft.com/office/officeart/2005/8/layout/hList1"/>
    <dgm:cxn modelId="{C4C2A7E3-C081-433B-94C1-19238351922B}" srcId="{17FCA79A-5D44-40F9-BDA3-D25932442EE3}" destId="{51865B96-BC74-4CCE-8035-56598BBD512D}" srcOrd="2" destOrd="0" parTransId="{D38DA050-6758-4DA5-8535-D4059D39899D}" sibTransId="{F76D0230-1CA0-464A-9AFE-76E3F23C85E2}"/>
    <dgm:cxn modelId="{7AC5EBE7-B959-45FD-8A5E-2B406724A30B}" type="presOf" srcId="{BEEDD955-25E9-4E12-B4DB-F26FBB9FAB59}" destId="{58171490-A211-436A-8826-A08F1F6C0289}" srcOrd="0" destOrd="3" presId="urn:microsoft.com/office/officeart/2005/8/layout/hList1"/>
    <dgm:cxn modelId="{09B30BF1-B728-40F2-8876-D4DCD31AF00D}" type="presOf" srcId="{17FCA79A-5D44-40F9-BDA3-D25932442EE3}" destId="{4EF03167-36E4-4DE4-B642-990BF0736BE9}" srcOrd="0" destOrd="0" presId="urn:microsoft.com/office/officeart/2005/8/layout/hList1"/>
    <dgm:cxn modelId="{4591C8F2-3735-4B9E-AE48-00AC6AEA913C}" type="presOf" srcId="{A0EDAD89-3191-42D2-8334-82DF2C9D1164}" destId="{ABE5FB12-48DD-4646-B6B6-9ED3BE3547D2}" srcOrd="0" destOrd="1" presId="urn:microsoft.com/office/officeart/2005/8/layout/hList1"/>
    <dgm:cxn modelId="{6AA6DDFE-97ED-4A16-AAC6-A42BE1D5BF47}" srcId="{8D53D15F-3A02-459A-9BF3-2E96A3C1247E}" destId="{9AEECB4B-9E0C-45B4-86B2-571FC1CDD50C}" srcOrd="3" destOrd="0" parTransId="{4D8E88E6-053C-4BAD-AC71-E522B50F8A54}" sibTransId="{64A2BF68-53D0-45BC-A665-96390316B6F9}"/>
    <dgm:cxn modelId="{124A2BFF-F6F5-4346-871D-156963C683B2}" srcId="{8D53D15F-3A02-459A-9BF3-2E96A3C1247E}" destId="{21D69879-3D81-4825-8A9F-F0068F4D875F}" srcOrd="0" destOrd="0" parTransId="{1097BBC6-D2D9-49A7-BC7B-58506DACD8CD}" sibTransId="{9E2374A3-A802-4B8E-B105-57191521F442}"/>
    <dgm:cxn modelId="{8691FF5E-F42D-430A-BB89-81146E873CA8}" type="presParOf" srcId="{75F44E77-D8D1-47C8-9B97-73E3B38A00E8}" destId="{E7540058-278E-48D2-BA87-8ACE393CD305}" srcOrd="0" destOrd="0" presId="urn:microsoft.com/office/officeart/2005/8/layout/hList1"/>
    <dgm:cxn modelId="{976C4AA8-0CB8-4F94-A35C-6DA760588FA3}" type="presParOf" srcId="{E7540058-278E-48D2-BA87-8ACE393CD305}" destId="{D109CD88-1FD9-4D8B-B07D-7668BDDD68AE}" srcOrd="0" destOrd="0" presId="urn:microsoft.com/office/officeart/2005/8/layout/hList1"/>
    <dgm:cxn modelId="{AF078A36-C5D8-4AA8-B29B-57E25322895F}" type="presParOf" srcId="{E7540058-278E-48D2-BA87-8ACE393CD305}" destId="{03B1E52B-6D7D-4DBC-9312-AB7C88F9D210}" srcOrd="1" destOrd="0" presId="urn:microsoft.com/office/officeart/2005/8/layout/hList1"/>
    <dgm:cxn modelId="{BE857765-CAF6-43B8-9B5D-7A9E473C3042}" type="presParOf" srcId="{75F44E77-D8D1-47C8-9B97-73E3B38A00E8}" destId="{50A2EF6A-85C8-40FD-9FAF-8A0A9ADA4F44}" srcOrd="1" destOrd="0" presId="urn:microsoft.com/office/officeart/2005/8/layout/hList1"/>
    <dgm:cxn modelId="{1C2631D5-39F6-45B6-B653-00E1E215EEAA}" type="presParOf" srcId="{75F44E77-D8D1-47C8-9B97-73E3B38A00E8}" destId="{C50B1B34-9138-4C57-B87E-A007A6F115C8}" srcOrd="2" destOrd="0" presId="urn:microsoft.com/office/officeart/2005/8/layout/hList1"/>
    <dgm:cxn modelId="{E9C42C03-42BA-466D-B4EE-B34223512B6D}" type="presParOf" srcId="{C50B1B34-9138-4C57-B87E-A007A6F115C8}" destId="{6F90DC0D-0017-4EA9-B87C-EF43DE31EB11}" srcOrd="0" destOrd="0" presId="urn:microsoft.com/office/officeart/2005/8/layout/hList1"/>
    <dgm:cxn modelId="{53CFCA49-131A-4646-A774-601F1FE324B5}" type="presParOf" srcId="{C50B1B34-9138-4C57-B87E-A007A6F115C8}" destId="{ABE5FB12-48DD-4646-B6B6-9ED3BE3547D2}" srcOrd="1" destOrd="0" presId="urn:microsoft.com/office/officeart/2005/8/layout/hList1"/>
    <dgm:cxn modelId="{2058F4F7-EE5C-4594-BF33-26EFC0F23CF3}" type="presParOf" srcId="{75F44E77-D8D1-47C8-9B97-73E3B38A00E8}" destId="{792E44E1-E05E-423E-A8BD-105F54F44113}" srcOrd="3" destOrd="0" presId="urn:microsoft.com/office/officeart/2005/8/layout/hList1"/>
    <dgm:cxn modelId="{FD0184B6-14F3-43AB-9677-273160F7B7AF}" type="presParOf" srcId="{75F44E77-D8D1-47C8-9B97-73E3B38A00E8}" destId="{FC63DAFD-44CB-4ACA-A771-3F4D1E8A5A76}" srcOrd="4" destOrd="0" presId="urn:microsoft.com/office/officeart/2005/8/layout/hList1"/>
    <dgm:cxn modelId="{EE25870D-8018-4533-B030-DEBE54B53279}" type="presParOf" srcId="{FC63DAFD-44CB-4ACA-A771-3F4D1E8A5A76}" destId="{4EF03167-36E4-4DE4-B642-990BF0736BE9}" srcOrd="0" destOrd="0" presId="urn:microsoft.com/office/officeart/2005/8/layout/hList1"/>
    <dgm:cxn modelId="{1A2ECE5B-973A-4AFE-B0D3-D7D3AFC49E19}" type="presParOf" srcId="{FC63DAFD-44CB-4ACA-A771-3F4D1E8A5A76}" destId="{58171490-A211-436A-8826-A08F1F6C02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2A9920-8E59-443B-A363-D5BE7B4BD159}" type="doc">
      <dgm:prSet loTypeId="urn:microsoft.com/office/officeart/2005/8/layout/hierarchy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D6623B38-24B6-47B8-8123-25D40A798F46}">
      <dgm:prSet phldrT="[文本]"/>
      <dgm:spPr/>
      <dgm:t>
        <a:bodyPr/>
        <a:lstStyle/>
        <a:p>
          <a:r>
            <a:rPr lang="zh-CN" altLang="en-US" dirty="0"/>
            <a:t>官方文档缺失</a:t>
          </a:r>
        </a:p>
      </dgm:t>
    </dgm:pt>
    <dgm:pt modelId="{201B8C0E-E5E2-47EF-9CAB-2E483E9DB833}" type="parTrans" cxnId="{5A96DD1C-124E-4AA5-8078-D994405272F2}">
      <dgm:prSet/>
      <dgm:spPr/>
      <dgm:t>
        <a:bodyPr/>
        <a:lstStyle/>
        <a:p>
          <a:endParaRPr lang="zh-CN" altLang="en-US"/>
        </a:p>
      </dgm:t>
    </dgm:pt>
    <dgm:pt modelId="{4C13F1DA-A6BC-4F15-8972-1D5E8F7A1598}" type="sibTrans" cxnId="{5A96DD1C-124E-4AA5-8078-D994405272F2}">
      <dgm:prSet/>
      <dgm:spPr/>
      <dgm:t>
        <a:bodyPr/>
        <a:lstStyle/>
        <a:p>
          <a:endParaRPr lang="zh-CN" altLang="en-US"/>
        </a:p>
      </dgm:t>
    </dgm:pt>
    <dgm:pt modelId="{9358C602-0D74-40B3-B953-8F1FDCF890BE}">
      <dgm:prSet phldrT="[文本]"/>
      <dgm:spPr/>
      <dgm:t>
        <a:bodyPr/>
        <a:lstStyle/>
        <a:p>
          <a:r>
            <a:rPr lang="zh-CN" altLang="en-US" dirty="0"/>
            <a:t>充分利用</a:t>
          </a:r>
          <a:r>
            <a:rPr lang="en-US" altLang="zh-CN" dirty="0"/>
            <a:t>SDK</a:t>
          </a:r>
          <a:r>
            <a:rPr lang="zh-CN" altLang="en-US" dirty="0"/>
            <a:t>文件</a:t>
          </a:r>
        </a:p>
      </dgm:t>
    </dgm:pt>
    <dgm:pt modelId="{E74CAEF6-7997-4960-8E04-DDD255547E6D}" type="parTrans" cxnId="{236A7810-988B-4AF0-852A-F4116517E53B}">
      <dgm:prSet/>
      <dgm:spPr/>
      <dgm:t>
        <a:bodyPr/>
        <a:lstStyle/>
        <a:p>
          <a:endParaRPr lang="zh-CN" altLang="en-US"/>
        </a:p>
      </dgm:t>
    </dgm:pt>
    <dgm:pt modelId="{32670720-0A6F-40DC-AF76-B48EE1532A5F}" type="sibTrans" cxnId="{236A7810-988B-4AF0-852A-F4116517E53B}">
      <dgm:prSet/>
      <dgm:spPr/>
      <dgm:t>
        <a:bodyPr/>
        <a:lstStyle/>
        <a:p>
          <a:endParaRPr lang="zh-CN" altLang="en-US"/>
        </a:p>
      </dgm:t>
    </dgm:pt>
    <dgm:pt modelId="{51A8E46A-3E46-4FAC-ADD7-C52B44605307}">
      <dgm:prSet phldrT="[文本]"/>
      <dgm:spPr/>
      <dgm:t>
        <a:bodyPr/>
        <a:lstStyle/>
        <a:p>
          <a:r>
            <a:rPr lang="zh-CN" altLang="en-US" dirty="0"/>
            <a:t>替换官方设置</a:t>
          </a:r>
        </a:p>
      </dgm:t>
    </dgm:pt>
    <dgm:pt modelId="{AA49BA01-9C64-4B8C-BEBC-A4DB64E374C1}" type="parTrans" cxnId="{1CBB8C64-9822-4A23-957C-8C218280A256}">
      <dgm:prSet/>
      <dgm:spPr/>
      <dgm:t>
        <a:bodyPr/>
        <a:lstStyle/>
        <a:p>
          <a:endParaRPr lang="zh-CN" altLang="en-US"/>
        </a:p>
      </dgm:t>
    </dgm:pt>
    <dgm:pt modelId="{DE7996F9-734C-4143-B02D-631DCE39B43C}" type="sibTrans" cxnId="{1CBB8C64-9822-4A23-957C-8C218280A256}">
      <dgm:prSet/>
      <dgm:spPr/>
      <dgm:t>
        <a:bodyPr/>
        <a:lstStyle/>
        <a:p>
          <a:endParaRPr lang="zh-CN" altLang="en-US"/>
        </a:p>
      </dgm:t>
    </dgm:pt>
    <dgm:pt modelId="{EFDBBC03-B62B-4837-8843-743EF078209B}">
      <dgm:prSet phldrT="[文本]" phldr="0"/>
      <dgm:spPr/>
      <dgm:t>
        <a:bodyPr/>
        <a:lstStyle/>
        <a:p>
          <a:r>
            <a:rPr lang="en-US" altLang="zh-CN" dirty="0"/>
            <a:t>SAC</a:t>
          </a:r>
          <a:r>
            <a:rPr lang="zh-CN" altLang="en-US" dirty="0"/>
            <a:t>模块配置复杂</a:t>
          </a:r>
        </a:p>
      </dgm:t>
    </dgm:pt>
    <dgm:pt modelId="{6C018DA1-1B56-45AF-B2C8-DB91DB6AC957}" type="parTrans" cxnId="{765F2A59-8EAF-481B-969F-B79C116A41D2}">
      <dgm:prSet/>
      <dgm:spPr/>
      <dgm:t>
        <a:bodyPr/>
        <a:lstStyle/>
        <a:p>
          <a:endParaRPr lang="zh-CN" altLang="en-US"/>
        </a:p>
      </dgm:t>
    </dgm:pt>
    <dgm:pt modelId="{F9DF674D-2445-49C4-85FF-223E989D3F3D}" type="sibTrans" cxnId="{765F2A59-8EAF-481B-969F-B79C116A41D2}">
      <dgm:prSet/>
      <dgm:spPr/>
      <dgm:t>
        <a:bodyPr/>
        <a:lstStyle/>
        <a:p>
          <a:endParaRPr lang="zh-CN" altLang="en-US"/>
        </a:p>
      </dgm:t>
    </dgm:pt>
    <dgm:pt modelId="{C1EDC31D-3087-4FC5-BE1E-69C6D8440B21}">
      <dgm:prSet phldrT="[文本]"/>
      <dgm:spPr/>
      <dgm:t>
        <a:bodyPr/>
        <a:lstStyle/>
        <a:p>
          <a:r>
            <a:rPr lang="zh-CN" altLang="en-US" dirty="0"/>
            <a:t>分步调试</a:t>
          </a:r>
        </a:p>
      </dgm:t>
    </dgm:pt>
    <dgm:pt modelId="{9338A608-1839-4AC3-A2E7-92A22AF81410}" type="parTrans" cxnId="{1C496A20-FC62-4846-98D5-EBD3B1BD3831}">
      <dgm:prSet/>
      <dgm:spPr/>
      <dgm:t>
        <a:bodyPr/>
        <a:lstStyle/>
        <a:p>
          <a:endParaRPr lang="zh-CN" altLang="en-US"/>
        </a:p>
      </dgm:t>
    </dgm:pt>
    <dgm:pt modelId="{7B2E9B14-270B-4076-B4F8-14CAD83BD3CC}" type="sibTrans" cxnId="{1C496A20-FC62-4846-98D5-EBD3B1BD3831}">
      <dgm:prSet/>
      <dgm:spPr/>
      <dgm:t>
        <a:bodyPr/>
        <a:lstStyle/>
        <a:p>
          <a:endParaRPr lang="zh-CN" altLang="en-US"/>
        </a:p>
      </dgm:t>
    </dgm:pt>
    <dgm:pt modelId="{609EE73E-842A-4DEB-A3D7-8E086E90B16A}">
      <dgm:prSet phldrT="[文本]"/>
      <dgm:spPr/>
      <dgm:t>
        <a:bodyPr/>
        <a:lstStyle/>
        <a:p>
          <a:r>
            <a:rPr lang="zh-CN" altLang="en-US" dirty="0"/>
            <a:t>监视寄存器状态</a:t>
          </a:r>
        </a:p>
      </dgm:t>
    </dgm:pt>
    <dgm:pt modelId="{09ADC090-2B8B-4B51-B530-10F38CF3AA30}" type="parTrans" cxnId="{B858AC4F-99B0-4863-865A-96F9312ADE22}">
      <dgm:prSet/>
      <dgm:spPr/>
      <dgm:t>
        <a:bodyPr/>
        <a:lstStyle/>
        <a:p>
          <a:endParaRPr lang="zh-CN" altLang="en-US"/>
        </a:p>
      </dgm:t>
    </dgm:pt>
    <dgm:pt modelId="{9E8A9AA0-B504-4613-91B9-67AD788F5D39}" type="sibTrans" cxnId="{B858AC4F-99B0-4863-865A-96F9312ADE22}">
      <dgm:prSet/>
      <dgm:spPr/>
      <dgm:t>
        <a:bodyPr/>
        <a:lstStyle/>
        <a:p>
          <a:endParaRPr lang="zh-CN" altLang="en-US"/>
        </a:p>
      </dgm:t>
    </dgm:pt>
    <dgm:pt modelId="{3CACE19B-2D21-4377-B03C-F2968B57A16E}">
      <dgm:prSet/>
      <dgm:spPr/>
      <dgm:t>
        <a:bodyPr/>
        <a:lstStyle/>
        <a:p>
          <a:r>
            <a:rPr lang="zh-CN" altLang="en-US" dirty="0"/>
            <a:t>硬件资源受限</a:t>
          </a:r>
        </a:p>
      </dgm:t>
    </dgm:pt>
    <dgm:pt modelId="{BF98B5B4-DF82-417B-83F5-C70296758552}" type="parTrans" cxnId="{7930393D-3622-495D-8F3D-14597F5B5CDE}">
      <dgm:prSet/>
      <dgm:spPr/>
      <dgm:t>
        <a:bodyPr/>
        <a:lstStyle/>
        <a:p>
          <a:endParaRPr lang="zh-CN" altLang="en-US"/>
        </a:p>
      </dgm:t>
    </dgm:pt>
    <dgm:pt modelId="{C39916DB-6501-4C53-9B66-050B9542E3BB}" type="sibTrans" cxnId="{7930393D-3622-495D-8F3D-14597F5B5CDE}">
      <dgm:prSet/>
      <dgm:spPr/>
      <dgm:t>
        <a:bodyPr/>
        <a:lstStyle/>
        <a:p>
          <a:endParaRPr lang="zh-CN" altLang="en-US"/>
        </a:p>
      </dgm:t>
    </dgm:pt>
    <dgm:pt modelId="{C4362F4B-813C-4E63-BB17-A8B140C6AD67}">
      <dgm:prSet/>
      <dgm:spPr/>
      <dgm:t>
        <a:bodyPr/>
        <a:lstStyle/>
        <a:p>
          <a:r>
            <a:rPr lang="zh-CN" altLang="en-US" dirty="0"/>
            <a:t>指标测定方法理想化</a:t>
          </a:r>
        </a:p>
      </dgm:t>
    </dgm:pt>
    <dgm:pt modelId="{48F6D72A-5486-43B8-B62E-EFAA2A55ADA9}" type="parTrans" cxnId="{64559D1A-382F-4321-B33B-F068B79810FE}">
      <dgm:prSet/>
      <dgm:spPr/>
      <dgm:t>
        <a:bodyPr/>
        <a:lstStyle/>
        <a:p>
          <a:endParaRPr lang="zh-CN" altLang="en-US"/>
        </a:p>
      </dgm:t>
    </dgm:pt>
    <dgm:pt modelId="{DE9C647D-DD01-4330-B71D-5E1CD353E512}" type="sibTrans" cxnId="{64559D1A-382F-4321-B33B-F068B79810FE}">
      <dgm:prSet/>
      <dgm:spPr/>
      <dgm:t>
        <a:bodyPr/>
        <a:lstStyle/>
        <a:p>
          <a:endParaRPr lang="zh-CN" altLang="en-US"/>
        </a:p>
      </dgm:t>
    </dgm:pt>
    <dgm:pt modelId="{AA068C64-76F0-4A2B-8A87-5DBF3376E535}">
      <dgm:prSet/>
      <dgm:spPr/>
      <dgm:t>
        <a:bodyPr/>
        <a:lstStyle/>
        <a:p>
          <a:r>
            <a:rPr lang="zh-CN" altLang="en-US" dirty="0"/>
            <a:t>先确保各模块功能正确</a:t>
          </a:r>
        </a:p>
      </dgm:t>
    </dgm:pt>
    <dgm:pt modelId="{C26CA03A-53BF-4D73-B0EE-BC079DDC5F4B}" type="parTrans" cxnId="{CCD281C2-041E-4191-8B83-F03730DC7F83}">
      <dgm:prSet/>
      <dgm:spPr/>
      <dgm:t>
        <a:bodyPr/>
        <a:lstStyle/>
        <a:p>
          <a:endParaRPr lang="zh-CN" altLang="en-US"/>
        </a:p>
      </dgm:t>
    </dgm:pt>
    <dgm:pt modelId="{38ED80BF-1E12-4BA1-9F2A-9994DA45B62E}" type="sibTrans" cxnId="{CCD281C2-041E-4191-8B83-F03730DC7F83}">
      <dgm:prSet/>
      <dgm:spPr/>
      <dgm:t>
        <a:bodyPr/>
        <a:lstStyle/>
        <a:p>
          <a:endParaRPr lang="zh-CN" altLang="en-US"/>
        </a:p>
      </dgm:t>
    </dgm:pt>
    <dgm:pt modelId="{07BF6C45-02C2-4234-B9ED-1B8613FFFC5D}">
      <dgm:prSet/>
      <dgm:spPr/>
      <dgm:t>
        <a:bodyPr/>
        <a:lstStyle/>
        <a:p>
          <a:r>
            <a:rPr lang="zh-CN" altLang="en-US" dirty="0"/>
            <a:t>条件不允许则转为定性分析</a:t>
          </a:r>
        </a:p>
      </dgm:t>
    </dgm:pt>
    <dgm:pt modelId="{E7463FB1-F025-4246-87B1-40E180B197F4}" type="parTrans" cxnId="{5CDA8395-82B0-419D-AEA3-E139153223B7}">
      <dgm:prSet/>
      <dgm:spPr/>
      <dgm:t>
        <a:bodyPr/>
        <a:lstStyle/>
        <a:p>
          <a:endParaRPr lang="zh-CN" altLang="en-US"/>
        </a:p>
      </dgm:t>
    </dgm:pt>
    <dgm:pt modelId="{CD457719-0352-4383-943E-980409D0E955}" type="sibTrans" cxnId="{5CDA8395-82B0-419D-AEA3-E139153223B7}">
      <dgm:prSet/>
      <dgm:spPr/>
      <dgm:t>
        <a:bodyPr/>
        <a:lstStyle/>
        <a:p>
          <a:endParaRPr lang="zh-CN" altLang="en-US"/>
        </a:p>
      </dgm:t>
    </dgm:pt>
    <dgm:pt modelId="{D715BD9F-1551-4EF6-B825-817FBF930AA9}">
      <dgm:prSet/>
      <dgm:spPr/>
      <dgm:t>
        <a:bodyPr/>
        <a:lstStyle/>
        <a:p>
          <a:r>
            <a:rPr lang="en-US" altLang="zh-CN" dirty="0"/>
            <a:t>SLH-DSA</a:t>
          </a:r>
          <a:r>
            <a:rPr lang="zh-CN" altLang="en-US" dirty="0"/>
            <a:t>性能低</a:t>
          </a:r>
        </a:p>
      </dgm:t>
    </dgm:pt>
    <dgm:pt modelId="{FAD97DED-99EA-4834-845A-A64EE4A19AF4}" type="parTrans" cxnId="{A8F275AA-666C-419A-AAF8-A849FF55824E}">
      <dgm:prSet/>
      <dgm:spPr/>
      <dgm:t>
        <a:bodyPr/>
        <a:lstStyle/>
        <a:p>
          <a:endParaRPr lang="zh-CN" altLang="en-US"/>
        </a:p>
      </dgm:t>
    </dgm:pt>
    <dgm:pt modelId="{2A83F458-F84F-4E1E-B713-EF6CC24C4735}" type="sibTrans" cxnId="{A8F275AA-666C-419A-AAF8-A849FF55824E}">
      <dgm:prSet/>
      <dgm:spPr/>
      <dgm:t>
        <a:bodyPr/>
        <a:lstStyle/>
        <a:p>
          <a:endParaRPr lang="zh-CN" altLang="en-US"/>
        </a:p>
      </dgm:t>
    </dgm:pt>
    <dgm:pt modelId="{55AA54C7-5440-422B-9907-FAB424670BA3}">
      <dgm:prSet/>
      <dgm:spPr/>
      <dgm:t>
        <a:bodyPr/>
        <a:lstStyle/>
        <a:p>
          <a:r>
            <a:rPr lang="zh-CN" altLang="en-US" dirty="0"/>
            <a:t>系统集成潜在困难</a:t>
          </a:r>
        </a:p>
      </dgm:t>
    </dgm:pt>
    <dgm:pt modelId="{A4F65D6F-8370-4B62-BA5D-A6E34E1D0511}" type="parTrans" cxnId="{39EF84E8-98F1-4286-B3F7-9BA220D58046}">
      <dgm:prSet/>
      <dgm:spPr/>
      <dgm:t>
        <a:bodyPr/>
        <a:lstStyle/>
        <a:p>
          <a:endParaRPr lang="zh-CN" altLang="en-US"/>
        </a:p>
      </dgm:t>
    </dgm:pt>
    <dgm:pt modelId="{A01D5F66-3244-4489-8C0B-FF224BFA3ECC}" type="sibTrans" cxnId="{39EF84E8-98F1-4286-B3F7-9BA220D58046}">
      <dgm:prSet/>
      <dgm:spPr/>
      <dgm:t>
        <a:bodyPr/>
        <a:lstStyle/>
        <a:p>
          <a:endParaRPr lang="zh-CN" altLang="en-US"/>
        </a:p>
      </dgm:t>
    </dgm:pt>
    <dgm:pt modelId="{FA1A4280-1381-410D-8A43-4DB587648651}">
      <dgm:prSet/>
      <dgm:spPr/>
      <dgm:t>
        <a:bodyPr/>
        <a:lstStyle/>
        <a:p>
          <a:r>
            <a:rPr lang="zh-CN" altLang="en-US" dirty="0"/>
            <a:t>充分利用</a:t>
          </a:r>
          <a:r>
            <a:rPr lang="en-US" altLang="zh-CN" dirty="0"/>
            <a:t>DMA</a:t>
          </a:r>
          <a:endParaRPr lang="zh-CN" altLang="en-US" dirty="0"/>
        </a:p>
      </dgm:t>
    </dgm:pt>
    <dgm:pt modelId="{C111929E-E325-4FF0-A97F-F160D4B82555}" type="parTrans" cxnId="{F1307D0A-3203-42BA-A822-7C9D4F99ACE5}">
      <dgm:prSet/>
      <dgm:spPr/>
      <dgm:t>
        <a:bodyPr/>
        <a:lstStyle/>
        <a:p>
          <a:endParaRPr lang="zh-CN" altLang="en-US"/>
        </a:p>
      </dgm:t>
    </dgm:pt>
    <dgm:pt modelId="{E956C119-FD62-4100-951F-1565BE863FE2}" type="sibTrans" cxnId="{F1307D0A-3203-42BA-A822-7C9D4F99ACE5}">
      <dgm:prSet/>
      <dgm:spPr/>
      <dgm:t>
        <a:bodyPr/>
        <a:lstStyle/>
        <a:p>
          <a:endParaRPr lang="zh-CN" altLang="en-US"/>
        </a:p>
      </dgm:t>
    </dgm:pt>
    <dgm:pt modelId="{7B2FC5B1-2425-4B7E-963B-0DFA02BBF27B}">
      <dgm:prSet/>
      <dgm:spPr/>
      <dgm:t>
        <a:bodyPr/>
        <a:lstStyle/>
        <a:p>
          <a:r>
            <a:rPr lang="zh-CN" altLang="en-US" dirty="0"/>
            <a:t>降低加密算法的性能</a:t>
          </a:r>
        </a:p>
      </dgm:t>
    </dgm:pt>
    <dgm:pt modelId="{8D533447-A420-489F-BCCA-3583EAFAD10C}" type="parTrans" cxnId="{413D29E1-25D9-4672-8F94-ABF584FFDCE2}">
      <dgm:prSet/>
      <dgm:spPr/>
      <dgm:t>
        <a:bodyPr/>
        <a:lstStyle/>
        <a:p>
          <a:endParaRPr lang="zh-CN" altLang="en-US"/>
        </a:p>
      </dgm:t>
    </dgm:pt>
    <dgm:pt modelId="{C51BA2A3-8D06-4F06-AF01-C91916811900}" type="sibTrans" cxnId="{413D29E1-25D9-4672-8F94-ABF584FFDCE2}">
      <dgm:prSet/>
      <dgm:spPr/>
      <dgm:t>
        <a:bodyPr/>
        <a:lstStyle/>
        <a:p>
          <a:endParaRPr lang="zh-CN" altLang="en-US"/>
        </a:p>
      </dgm:t>
    </dgm:pt>
    <dgm:pt modelId="{675A6FF3-5DA6-4B58-A4C7-06AB2BC8D2E1}">
      <dgm:prSet/>
      <dgm:spPr/>
      <dgm:t>
        <a:bodyPr/>
        <a:lstStyle/>
        <a:p>
          <a:r>
            <a:rPr lang="zh-CN" altLang="en-US" dirty="0"/>
            <a:t>优化哈希计算、</a:t>
          </a:r>
          <a:r>
            <a:rPr lang="en-US" altLang="zh-CN" dirty="0"/>
            <a:t>DMA</a:t>
          </a:r>
          <a:r>
            <a:rPr lang="zh-CN" altLang="en-US" dirty="0"/>
            <a:t>缓解</a:t>
          </a:r>
          <a:r>
            <a:rPr lang="en-US" altLang="zh-CN" dirty="0"/>
            <a:t>CPU</a:t>
          </a:r>
          <a:r>
            <a:rPr lang="zh-CN" altLang="en-US" dirty="0"/>
            <a:t>压力</a:t>
          </a:r>
        </a:p>
      </dgm:t>
    </dgm:pt>
    <dgm:pt modelId="{80A07733-0973-4BFA-98BB-2768805BD32A}" type="parTrans" cxnId="{973698FC-BFA9-4938-9AF5-1E2EC352E309}">
      <dgm:prSet/>
      <dgm:spPr/>
      <dgm:t>
        <a:bodyPr/>
        <a:lstStyle/>
        <a:p>
          <a:endParaRPr lang="zh-CN" altLang="en-US"/>
        </a:p>
      </dgm:t>
    </dgm:pt>
    <dgm:pt modelId="{0269E383-7DD0-4842-B37C-0231F60FE163}" type="sibTrans" cxnId="{973698FC-BFA9-4938-9AF5-1E2EC352E309}">
      <dgm:prSet/>
      <dgm:spPr/>
      <dgm:t>
        <a:bodyPr/>
        <a:lstStyle/>
        <a:p>
          <a:endParaRPr lang="zh-CN" altLang="en-US"/>
        </a:p>
      </dgm:t>
    </dgm:pt>
    <dgm:pt modelId="{16C7D2FF-9440-45BB-9DF0-A8AD64CB0A80}">
      <dgm:prSet/>
      <dgm:spPr/>
      <dgm:t>
        <a:bodyPr/>
        <a:lstStyle/>
        <a:p>
          <a:r>
            <a:rPr lang="zh-CN" altLang="en-US" dirty="0"/>
            <a:t>无法进一步优化则换为简单的</a:t>
          </a:r>
          <a:r>
            <a:rPr lang="en-US" altLang="zh-CN" dirty="0"/>
            <a:t>SHA</a:t>
          </a:r>
          <a:r>
            <a:rPr lang="zh-CN" altLang="en-US" dirty="0"/>
            <a:t>签名</a:t>
          </a:r>
          <a:r>
            <a:rPr lang="en-US" altLang="zh-CN" dirty="0"/>
            <a:t>/</a:t>
          </a:r>
          <a:r>
            <a:rPr lang="zh-CN" altLang="en-US" dirty="0"/>
            <a:t>认证</a:t>
          </a:r>
        </a:p>
      </dgm:t>
    </dgm:pt>
    <dgm:pt modelId="{C5ABA3D0-ABC9-4A1D-B382-16CEBC207389}" type="parTrans" cxnId="{970DD88B-4423-49AD-A46A-D16820E10D24}">
      <dgm:prSet/>
      <dgm:spPr/>
      <dgm:t>
        <a:bodyPr/>
        <a:lstStyle/>
        <a:p>
          <a:endParaRPr lang="zh-CN" altLang="en-US"/>
        </a:p>
      </dgm:t>
    </dgm:pt>
    <dgm:pt modelId="{A726718D-77E1-4308-972A-D186E63E42AC}" type="sibTrans" cxnId="{970DD88B-4423-49AD-A46A-D16820E10D24}">
      <dgm:prSet/>
      <dgm:spPr/>
      <dgm:t>
        <a:bodyPr/>
        <a:lstStyle/>
        <a:p>
          <a:endParaRPr lang="zh-CN" altLang="en-US"/>
        </a:p>
      </dgm:t>
    </dgm:pt>
    <dgm:pt modelId="{C197A869-3B21-478E-BFE8-3993A8BF62BC}">
      <dgm:prSet/>
      <dgm:spPr/>
      <dgm:t>
        <a:bodyPr/>
        <a:lstStyle/>
        <a:p>
          <a:r>
            <a:rPr lang="zh-CN" altLang="en-US" dirty="0"/>
            <a:t>严格对照寄存器地址</a:t>
          </a:r>
        </a:p>
      </dgm:t>
    </dgm:pt>
    <dgm:pt modelId="{DF1ADFD9-1B60-4DAB-AB9C-1C615BBCDBFD}" type="parTrans" cxnId="{6F4A7F66-11B8-43AC-96B5-DAEB6BBA5A27}">
      <dgm:prSet/>
      <dgm:spPr/>
      <dgm:t>
        <a:bodyPr/>
        <a:lstStyle/>
        <a:p>
          <a:endParaRPr lang="zh-CN" altLang="en-US"/>
        </a:p>
      </dgm:t>
    </dgm:pt>
    <dgm:pt modelId="{A90D282A-157B-4413-B371-23928C5B2C0A}" type="sibTrans" cxnId="{6F4A7F66-11B8-43AC-96B5-DAEB6BBA5A27}">
      <dgm:prSet/>
      <dgm:spPr/>
      <dgm:t>
        <a:bodyPr/>
        <a:lstStyle/>
        <a:p>
          <a:endParaRPr lang="zh-CN" altLang="en-US"/>
        </a:p>
      </dgm:t>
    </dgm:pt>
    <dgm:pt modelId="{6ECCCF17-F2F2-4967-BFA8-4050CAD8197E}">
      <dgm:prSet/>
      <dgm:spPr/>
      <dgm:t>
        <a:bodyPr/>
        <a:lstStyle/>
        <a:p>
          <a:r>
            <a:rPr lang="zh-CN" altLang="en-US" dirty="0"/>
            <a:t>无法解决则放弃集成，先确保子模块成功</a:t>
          </a:r>
        </a:p>
      </dgm:t>
    </dgm:pt>
    <dgm:pt modelId="{B4A80DFC-F1F8-4B12-827F-892C7297407A}" type="parTrans" cxnId="{3A513428-069A-46E6-8971-4BE2C518FDA1}">
      <dgm:prSet/>
      <dgm:spPr/>
      <dgm:t>
        <a:bodyPr/>
        <a:lstStyle/>
        <a:p>
          <a:endParaRPr lang="zh-CN" altLang="en-US"/>
        </a:p>
      </dgm:t>
    </dgm:pt>
    <dgm:pt modelId="{4C7C8EB4-0D7F-40C1-9FDC-9E74CFC49E3B}" type="sibTrans" cxnId="{3A513428-069A-46E6-8971-4BE2C518FDA1}">
      <dgm:prSet/>
      <dgm:spPr/>
      <dgm:t>
        <a:bodyPr/>
        <a:lstStyle/>
        <a:p>
          <a:endParaRPr lang="zh-CN" altLang="en-US"/>
        </a:p>
      </dgm:t>
    </dgm:pt>
    <dgm:pt modelId="{321A272E-CF4E-4AE2-9EE6-5BC7EC700AF7}" type="pres">
      <dgm:prSet presAssocID="{1D2A9920-8E59-443B-A363-D5BE7B4BD15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AB6501-8C8F-4B93-8F1F-3C669C42991C}" type="pres">
      <dgm:prSet presAssocID="{D6623B38-24B6-47B8-8123-25D40A798F46}" presName="root" presStyleCnt="0"/>
      <dgm:spPr/>
    </dgm:pt>
    <dgm:pt modelId="{58297D94-6DA8-4577-B995-99A5302F2E1A}" type="pres">
      <dgm:prSet presAssocID="{D6623B38-24B6-47B8-8123-25D40A798F46}" presName="rootComposite" presStyleCnt="0"/>
      <dgm:spPr/>
    </dgm:pt>
    <dgm:pt modelId="{98E1FFF1-68E7-4227-B5A2-D48319880407}" type="pres">
      <dgm:prSet presAssocID="{D6623B38-24B6-47B8-8123-25D40A798F46}" presName="rootText" presStyleLbl="node1" presStyleIdx="0" presStyleCnt="6"/>
      <dgm:spPr/>
    </dgm:pt>
    <dgm:pt modelId="{300C2194-2256-4AAB-AEAD-28009135FC13}" type="pres">
      <dgm:prSet presAssocID="{D6623B38-24B6-47B8-8123-25D40A798F46}" presName="rootConnector" presStyleLbl="node1" presStyleIdx="0" presStyleCnt="6"/>
      <dgm:spPr/>
    </dgm:pt>
    <dgm:pt modelId="{43CDC37C-2C02-4125-87AF-5651E2B6EED6}" type="pres">
      <dgm:prSet presAssocID="{D6623B38-24B6-47B8-8123-25D40A798F46}" presName="childShape" presStyleCnt="0"/>
      <dgm:spPr/>
    </dgm:pt>
    <dgm:pt modelId="{B06A424B-6000-4DF5-8A85-70B4959097E2}" type="pres">
      <dgm:prSet presAssocID="{E74CAEF6-7997-4960-8E04-DDD255547E6D}" presName="Name13" presStyleLbl="parChTrans1D2" presStyleIdx="0" presStyleCnt="12"/>
      <dgm:spPr/>
    </dgm:pt>
    <dgm:pt modelId="{E13ADDB3-1240-4193-BDBA-48F33B260C7E}" type="pres">
      <dgm:prSet presAssocID="{9358C602-0D74-40B3-B953-8F1FDCF890BE}" presName="childText" presStyleLbl="bgAcc1" presStyleIdx="0" presStyleCnt="12">
        <dgm:presLayoutVars>
          <dgm:bulletEnabled val="1"/>
        </dgm:presLayoutVars>
      </dgm:prSet>
      <dgm:spPr/>
    </dgm:pt>
    <dgm:pt modelId="{1DEB686F-0686-48C4-96E5-16F2E6CA998B}" type="pres">
      <dgm:prSet presAssocID="{AA49BA01-9C64-4B8C-BEBC-A4DB64E374C1}" presName="Name13" presStyleLbl="parChTrans1D2" presStyleIdx="1" presStyleCnt="12"/>
      <dgm:spPr/>
    </dgm:pt>
    <dgm:pt modelId="{02AF2E6B-9022-4A7A-80DD-C33E4AB6E832}" type="pres">
      <dgm:prSet presAssocID="{51A8E46A-3E46-4FAC-ADD7-C52B44605307}" presName="childText" presStyleLbl="bgAcc1" presStyleIdx="1" presStyleCnt="12">
        <dgm:presLayoutVars>
          <dgm:bulletEnabled val="1"/>
        </dgm:presLayoutVars>
      </dgm:prSet>
      <dgm:spPr/>
    </dgm:pt>
    <dgm:pt modelId="{E374278B-A77A-4C50-96D8-72E4FBE79DF3}" type="pres">
      <dgm:prSet presAssocID="{EFDBBC03-B62B-4837-8843-743EF078209B}" presName="root" presStyleCnt="0"/>
      <dgm:spPr/>
    </dgm:pt>
    <dgm:pt modelId="{711AE017-D87B-4162-A22C-56DA499DB693}" type="pres">
      <dgm:prSet presAssocID="{EFDBBC03-B62B-4837-8843-743EF078209B}" presName="rootComposite" presStyleCnt="0"/>
      <dgm:spPr/>
    </dgm:pt>
    <dgm:pt modelId="{03D05C6C-EACA-4F9E-85EA-AB346E129B8E}" type="pres">
      <dgm:prSet presAssocID="{EFDBBC03-B62B-4837-8843-743EF078209B}" presName="rootText" presStyleLbl="node1" presStyleIdx="1" presStyleCnt="6"/>
      <dgm:spPr/>
    </dgm:pt>
    <dgm:pt modelId="{220BD139-DE6C-4A29-867E-C0314B581BAF}" type="pres">
      <dgm:prSet presAssocID="{EFDBBC03-B62B-4837-8843-743EF078209B}" presName="rootConnector" presStyleLbl="node1" presStyleIdx="1" presStyleCnt="6"/>
      <dgm:spPr/>
    </dgm:pt>
    <dgm:pt modelId="{A952F1B6-A2C8-417F-BB04-5A7806AFECC2}" type="pres">
      <dgm:prSet presAssocID="{EFDBBC03-B62B-4837-8843-743EF078209B}" presName="childShape" presStyleCnt="0"/>
      <dgm:spPr/>
    </dgm:pt>
    <dgm:pt modelId="{F5A1EF7E-749B-493F-B31A-D1AF9604FEDC}" type="pres">
      <dgm:prSet presAssocID="{9338A608-1839-4AC3-A2E7-92A22AF81410}" presName="Name13" presStyleLbl="parChTrans1D2" presStyleIdx="2" presStyleCnt="12"/>
      <dgm:spPr/>
    </dgm:pt>
    <dgm:pt modelId="{377353ED-3CE5-4A15-A91B-73B3EAF311B9}" type="pres">
      <dgm:prSet presAssocID="{C1EDC31D-3087-4FC5-BE1E-69C6D8440B21}" presName="childText" presStyleLbl="bgAcc1" presStyleIdx="2" presStyleCnt="12">
        <dgm:presLayoutVars>
          <dgm:bulletEnabled val="1"/>
        </dgm:presLayoutVars>
      </dgm:prSet>
      <dgm:spPr/>
    </dgm:pt>
    <dgm:pt modelId="{408D1673-9A9F-40D8-B062-249149864246}" type="pres">
      <dgm:prSet presAssocID="{09ADC090-2B8B-4B51-B530-10F38CF3AA30}" presName="Name13" presStyleLbl="parChTrans1D2" presStyleIdx="3" presStyleCnt="12"/>
      <dgm:spPr/>
    </dgm:pt>
    <dgm:pt modelId="{0AFDFCAC-A875-4BE2-90CC-8653AB317972}" type="pres">
      <dgm:prSet presAssocID="{609EE73E-842A-4DEB-A3D7-8E086E90B16A}" presName="childText" presStyleLbl="bgAcc1" presStyleIdx="3" presStyleCnt="12">
        <dgm:presLayoutVars>
          <dgm:bulletEnabled val="1"/>
        </dgm:presLayoutVars>
      </dgm:prSet>
      <dgm:spPr/>
    </dgm:pt>
    <dgm:pt modelId="{52BF1785-4F14-4C66-A742-419EB95A1B55}" type="pres">
      <dgm:prSet presAssocID="{3CACE19B-2D21-4377-B03C-F2968B57A16E}" presName="root" presStyleCnt="0"/>
      <dgm:spPr/>
    </dgm:pt>
    <dgm:pt modelId="{D4F8DB80-94A5-419A-85AB-6B42E5FAF872}" type="pres">
      <dgm:prSet presAssocID="{3CACE19B-2D21-4377-B03C-F2968B57A16E}" presName="rootComposite" presStyleCnt="0"/>
      <dgm:spPr/>
    </dgm:pt>
    <dgm:pt modelId="{F6507910-5B2B-4C70-9244-AA750CED201A}" type="pres">
      <dgm:prSet presAssocID="{3CACE19B-2D21-4377-B03C-F2968B57A16E}" presName="rootText" presStyleLbl="node1" presStyleIdx="2" presStyleCnt="6"/>
      <dgm:spPr/>
    </dgm:pt>
    <dgm:pt modelId="{88E9079D-B8D3-4069-8531-6FD7388138C7}" type="pres">
      <dgm:prSet presAssocID="{3CACE19B-2D21-4377-B03C-F2968B57A16E}" presName="rootConnector" presStyleLbl="node1" presStyleIdx="2" presStyleCnt="6"/>
      <dgm:spPr/>
    </dgm:pt>
    <dgm:pt modelId="{B06E89B0-9344-4546-8D9E-53CB65F8F8F8}" type="pres">
      <dgm:prSet presAssocID="{3CACE19B-2D21-4377-B03C-F2968B57A16E}" presName="childShape" presStyleCnt="0"/>
      <dgm:spPr/>
    </dgm:pt>
    <dgm:pt modelId="{A7D89DBE-769C-4BBD-B741-A95AE41E4275}" type="pres">
      <dgm:prSet presAssocID="{C111929E-E325-4FF0-A97F-F160D4B82555}" presName="Name13" presStyleLbl="parChTrans1D2" presStyleIdx="4" presStyleCnt="12"/>
      <dgm:spPr/>
    </dgm:pt>
    <dgm:pt modelId="{B5EC8257-045E-4F9A-944C-5273121919CA}" type="pres">
      <dgm:prSet presAssocID="{FA1A4280-1381-410D-8A43-4DB587648651}" presName="childText" presStyleLbl="bgAcc1" presStyleIdx="4" presStyleCnt="12">
        <dgm:presLayoutVars>
          <dgm:bulletEnabled val="1"/>
        </dgm:presLayoutVars>
      </dgm:prSet>
      <dgm:spPr/>
    </dgm:pt>
    <dgm:pt modelId="{7AE1EA4E-334C-43F5-99C2-37D8DD2AE005}" type="pres">
      <dgm:prSet presAssocID="{8D533447-A420-489F-BCCA-3583EAFAD10C}" presName="Name13" presStyleLbl="parChTrans1D2" presStyleIdx="5" presStyleCnt="12"/>
      <dgm:spPr/>
    </dgm:pt>
    <dgm:pt modelId="{D4CAADF1-4BAA-49ED-B4E5-27CC2838ADE3}" type="pres">
      <dgm:prSet presAssocID="{7B2FC5B1-2425-4B7E-963B-0DFA02BBF27B}" presName="childText" presStyleLbl="bgAcc1" presStyleIdx="5" presStyleCnt="12">
        <dgm:presLayoutVars>
          <dgm:bulletEnabled val="1"/>
        </dgm:presLayoutVars>
      </dgm:prSet>
      <dgm:spPr/>
    </dgm:pt>
    <dgm:pt modelId="{252B127D-CFA6-45AA-8D48-500223FACEF0}" type="pres">
      <dgm:prSet presAssocID="{C4362F4B-813C-4E63-BB17-A8B140C6AD67}" presName="root" presStyleCnt="0"/>
      <dgm:spPr/>
    </dgm:pt>
    <dgm:pt modelId="{AE0FC28D-FE4B-4559-8893-13150ACC47DF}" type="pres">
      <dgm:prSet presAssocID="{C4362F4B-813C-4E63-BB17-A8B140C6AD67}" presName="rootComposite" presStyleCnt="0"/>
      <dgm:spPr/>
    </dgm:pt>
    <dgm:pt modelId="{20CD9A5D-1BFF-4C5F-AF47-2BF5763A0319}" type="pres">
      <dgm:prSet presAssocID="{C4362F4B-813C-4E63-BB17-A8B140C6AD67}" presName="rootText" presStyleLbl="node1" presStyleIdx="3" presStyleCnt="6"/>
      <dgm:spPr/>
    </dgm:pt>
    <dgm:pt modelId="{0B74556E-5F17-498F-860C-91AA2C87B752}" type="pres">
      <dgm:prSet presAssocID="{C4362F4B-813C-4E63-BB17-A8B140C6AD67}" presName="rootConnector" presStyleLbl="node1" presStyleIdx="3" presStyleCnt="6"/>
      <dgm:spPr/>
    </dgm:pt>
    <dgm:pt modelId="{D5AC861E-8AA8-427A-8EE9-EA4F7F83735F}" type="pres">
      <dgm:prSet presAssocID="{C4362F4B-813C-4E63-BB17-A8B140C6AD67}" presName="childShape" presStyleCnt="0"/>
      <dgm:spPr/>
    </dgm:pt>
    <dgm:pt modelId="{3CF671D7-7297-421D-BE38-061E428805F8}" type="pres">
      <dgm:prSet presAssocID="{C26CA03A-53BF-4D73-B0EE-BC079DDC5F4B}" presName="Name13" presStyleLbl="parChTrans1D2" presStyleIdx="6" presStyleCnt="12"/>
      <dgm:spPr/>
    </dgm:pt>
    <dgm:pt modelId="{ECC9058D-E83D-4925-AEC9-3AA4ECEAD6F4}" type="pres">
      <dgm:prSet presAssocID="{AA068C64-76F0-4A2B-8A87-5DBF3376E535}" presName="childText" presStyleLbl="bgAcc1" presStyleIdx="6" presStyleCnt="12">
        <dgm:presLayoutVars>
          <dgm:bulletEnabled val="1"/>
        </dgm:presLayoutVars>
      </dgm:prSet>
      <dgm:spPr/>
    </dgm:pt>
    <dgm:pt modelId="{4E8CC1E1-53BC-45EF-94A8-17AD10C9CF3B}" type="pres">
      <dgm:prSet presAssocID="{E7463FB1-F025-4246-87B1-40E180B197F4}" presName="Name13" presStyleLbl="parChTrans1D2" presStyleIdx="7" presStyleCnt="12"/>
      <dgm:spPr/>
    </dgm:pt>
    <dgm:pt modelId="{CEED30EB-6E22-43FD-9B3C-3B21EDBF0B94}" type="pres">
      <dgm:prSet presAssocID="{07BF6C45-02C2-4234-B9ED-1B8613FFFC5D}" presName="childText" presStyleLbl="bgAcc1" presStyleIdx="7" presStyleCnt="12">
        <dgm:presLayoutVars>
          <dgm:bulletEnabled val="1"/>
        </dgm:presLayoutVars>
      </dgm:prSet>
      <dgm:spPr/>
    </dgm:pt>
    <dgm:pt modelId="{62BE7302-2D23-4FCA-BFC4-DE11699E4321}" type="pres">
      <dgm:prSet presAssocID="{D715BD9F-1551-4EF6-B825-817FBF930AA9}" presName="root" presStyleCnt="0"/>
      <dgm:spPr/>
    </dgm:pt>
    <dgm:pt modelId="{B56F0A81-A228-4B8E-B70C-9F59AEDCC34B}" type="pres">
      <dgm:prSet presAssocID="{D715BD9F-1551-4EF6-B825-817FBF930AA9}" presName="rootComposite" presStyleCnt="0"/>
      <dgm:spPr/>
    </dgm:pt>
    <dgm:pt modelId="{0B012902-6658-464A-B210-B7ADFF50C4DD}" type="pres">
      <dgm:prSet presAssocID="{D715BD9F-1551-4EF6-B825-817FBF930AA9}" presName="rootText" presStyleLbl="node1" presStyleIdx="4" presStyleCnt="6"/>
      <dgm:spPr/>
    </dgm:pt>
    <dgm:pt modelId="{1FFAF218-08BF-4959-8493-CE1C3A202634}" type="pres">
      <dgm:prSet presAssocID="{D715BD9F-1551-4EF6-B825-817FBF930AA9}" presName="rootConnector" presStyleLbl="node1" presStyleIdx="4" presStyleCnt="6"/>
      <dgm:spPr/>
    </dgm:pt>
    <dgm:pt modelId="{C26BA1FB-F623-4A6F-834C-D50162D6C33F}" type="pres">
      <dgm:prSet presAssocID="{D715BD9F-1551-4EF6-B825-817FBF930AA9}" presName="childShape" presStyleCnt="0"/>
      <dgm:spPr/>
    </dgm:pt>
    <dgm:pt modelId="{54D2EF58-8445-41F9-A323-C1A2F915FC5D}" type="pres">
      <dgm:prSet presAssocID="{80A07733-0973-4BFA-98BB-2768805BD32A}" presName="Name13" presStyleLbl="parChTrans1D2" presStyleIdx="8" presStyleCnt="12"/>
      <dgm:spPr/>
    </dgm:pt>
    <dgm:pt modelId="{B59FB2D7-2304-4B93-B339-9E38441A73BC}" type="pres">
      <dgm:prSet presAssocID="{675A6FF3-5DA6-4B58-A4C7-06AB2BC8D2E1}" presName="childText" presStyleLbl="bgAcc1" presStyleIdx="8" presStyleCnt="12">
        <dgm:presLayoutVars>
          <dgm:bulletEnabled val="1"/>
        </dgm:presLayoutVars>
      </dgm:prSet>
      <dgm:spPr/>
    </dgm:pt>
    <dgm:pt modelId="{4D80DE6C-B7E9-4FCE-BF90-9BB16FB13552}" type="pres">
      <dgm:prSet presAssocID="{C5ABA3D0-ABC9-4A1D-B382-16CEBC207389}" presName="Name13" presStyleLbl="parChTrans1D2" presStyleIdx="9" presStyleCnt="12"/>
      <dgm:spPr/>
    </dgm:pt>
    <dgm:pt modelId="{6A4D1EC0-1E6E-48D2-92D7-8B389B48E0E8}" type="pres">
      <dgm:prSet presAssocID="{16C7D2FF-9440-45BB-9DF0-A8AD64CB0A80}" presName="childText" presStyleLbl="bgAcc1" presStyleIdx="9" presStyleCnt="12">
        <dgm:presLayoutVars>
          <dgm:bulletEnabled val="1"/>
        </dgm:presLayoutVars>
      </dgm:prSet>
      <dgm:spPr/>
    </dgm:pt>
    <dgm:pt modelId="{3F492188-59A6-414A-904A-3F9A0559FAA3}" type="pres">
      <dgm:prSet presAssocID="{55AA54C7-5440-422B-9907-FAB424670BA3}" presName="root" presStyleCnt="0"/>
      <dgm:spPr/>
    </dgm:pt>
    <dgm:pt modelId="{AFA5EC1F-70B6-48E9-9B53-80A05D965D0E}" type="pres">
      <dgm:prSet presAssocID="{55AA54C7-5440-422B-9907-FAB424670BA3}" presName="rootComposite" presStyleCnt="0"/>
      <dgm:spPr/>
    </dgm:pt>
    <dgm:pt modelId="{0BDD030B-EB79-4CA8-BAD4-A887DEB54EFB}" type="pres">
      <dgm:prSet presAssocID="{55AA54C7-5440-422B-9907-FAB424670BA3}" presName="rootText" presStyleLbl="node1" presStyleIdx="5" presStyleCnt="6"/>
      <dgm:spPr/>
    </dgm:pt>
    <dgm:pt modelId="{7F3F8037-2196-45E1-BFEF-530E38E21BB0}" type="pres">
      <dgm:prSet presAssocID="{55AA54C7-5440-422B-9907-FAB424670BA3}" presName="rootConnector" presStyleLbl="node1" presStyleIdx="5" presStyleCnt="6"/>
      <dgm:spPr/>
    </dgm:pt>
    <dgm:pt modelId="{DB78EDC3-E580-4010-BDB1-4F62C6EEF8DC}" type="pres">
      <dgm:prSet presAssocID="{55AA54C7-5440-422B-9907-FAB424670BA3}" presName="childShape" presStyleCnt="0"/>
      <dgm:spPr/>
    </dgm:pt>
    <dgm:pt modelId="{9BE8F6D7-A6C1-4A83-81F6-62AE87738BED}" type="pres">
      <dgm:prSet presAssocID="{DF1ADFD9-1B60-4DAB-AB9C-1C615BBCDBFD}" presName="Name13" presStyleLbl="parChTrans1D2" presStyleIdx="10" presStyleCnt="12"/>
      <dgm:spPr/>
    </dgm:pt>
    <dgm:pt modelId="{F7AE215E-07CF-44E5-A70B-387CF67A6D1A}" type="pres">
      <dgm:prSet presAssocID="{C197A869-3B21-478E-BFE8-3993A8BF62BC}" presName="childText" presStyleLbl="bgAcc1" presStyleIdx="10" presStyleCnt="12">
        <dgm:presLayoutVars>
          <dgm:bulletEnabled val="1"/>
        </dgm:presLayoutVars>
      </dgm:prSet>
      <dgm:spPr/>
    </dgm:pt>
    <dgm:pt modelId="{B331B248-D5A6-4B79-A841-6ADE46536D20}" type="pres">
      <dgm:prSet presAssocID="{B4A80DFC-F1F8-4B12-827F-892C7297407A}" presName="Name13" presStyleLbl="parChTrans1D2" presStyleIdx="11" presStyleCnt="12"/>
      <dgm:spPr/>
    </dgm:pt>
    <dgm:pt modelId="{7B1F3F0D-4A2B-4A48-9316-3773DB7EAB9A}" type="pres">
      <dgm:prSet presAssocID="{6ECCCF17-F2F2-4967-BFA8-4050CAD8197E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4188DF04-2F31-4A6A-AAB3-A1F17F09C41A}" type="presOf" srcId="{B4A80DFC-F1F8-4B12-827F-892C7297407A}" destId="{B331B248-D5A6-4B79-A841-6ADE46536D20}" srcOrd="0" destOrd="0" presId="urn:microsoft.com/office/officeart/2005/8/layout/hierarchy3"/>
    <dgm:cxn modelId="{D72A8905-F29E-4DCC-B2C5-981A9030E540}" type="presOf" srcId="{6ECCCF17-F2F2-4967-BFA8-4050CAD8197E}" destId="{7B1F3F0D-4A2B-4A48-9316-3773DB7EAB9A}" srcOrd="0" destOrd="0" presId="urn:microsoft.com/office/officeart/2005/8/layout/hierarchy3"/>
    <dgm:cxn modelId="{0F2FA008-4D9C-4215-9D04-7DC74A182B77}" type="presOf" srcId="{FA1A4280-1381-410D-8A43-4DB587648651}" destId="{B5EC8257-045E-4F9A-944C-5273121919CA}" srcOrd="0" destOrd="0" presId="urn:microsoft.com/office/officeart/2005/8/layout/hierarchy3"/>
    <dgm:cxn modelId="{F1307D0A-3203-42BA-A822-7C9D4F99ACE5}" srcId="{3CACE19B-2D21-4377-B03C-F2968B57A16E}" destId="{FA1A4280-1381-410D-8A43-4DB587648651}" srcOrd="0" destOrd="0" parTransId="{C111929E-E325-4FF0-A97F-F160D4B82555}" sibTransId="{E956C119-FD62-4100-951F-1565BE863FE2}"/>
    <dgm:cxn modelId="{236A7810-988B-4AF0-852A-F4116517E53B}" srcId="{D6623B38-24B6-47B8-8123-25D40A798F46}" destId="{9358C602-0D74-40B3-B953-8F1FDCF890BE}" srcOrd="0" destOrd="0" parTransId="{E74CAEF6-7997-4960-8E04-DDD255547E6D}" sibTransId="{32670720-0A6F-40DC-AF76-B48EE1532A5F}"/>
    <dgm:cxn modelId="{4DFE4B14-AD17-45F4-B6CC-72F036983701}" type="presOf" srcId="{9358C602-0D74-40B3-B953-8F1FDCF890BE}" destId="{E13ADDB3-1240-4193-BDBA-48F33B260C7E}" srcOrd="0" destOrd="0" presId="urn:microsoft.com/office/officeart/2005/8/layout/hierarchy3"/>
    <dgm:cxn modelId="{64559D1A-382F-4321-B33B-F068B79810FE}" srcId="{1D2A9920-8E59-443B-A363-D5BE7B4BD159}" destId="{C4362F4B-813C-4E63-BB17-A8B140C6AD67}" srcOrd="3" destOrd="0" parTransId="{48F6D72A-5486-43B8-B62E-EFAA2A55ADA9}" sibTransId="{DE9C647D-DD01-4330-B71D-5E1CD353E512}"/>
    <dgm:cxn modelId="{5A96DD1C-124E-4AA5-8078-D994405272F2}" srcId="{1D2A9920-8E59-443B-A363-D5BE7B4BD159}" destId="{D6623B38-24B6-47B8-8123-25D40A798F46}" srcOrd="0" destOrd="0" parTransId="{201B8C0E-E5E2-47EF-9CAB-2E483E9DB833}" sibTransId="{4C13F1DA-A6BC-4F15-8972-1D5E8F7A1598}"/>
    <dgm:cxn modelId="{60FAEA1C-7B26-4D29-9B21-2DBD85173C92}" type="presOf" srcId="{8D533447-A420-489F-BCCA-3583EAFAD10C}" destId="{7AE1EA4E-334C-43F5-99C2-37D8DD2AE005}" srcOrd="0" destOrd="0" presId="urn:microsoft.com/office/officeart/2005/8/layout/hierarchy3"/>
    <dgm:cxn modelId="{1C496A20-FC62-4846-98D5-EBD3B1BD3831}" srcId="{EFDBBC03-B62B-4837-8843-743EF078209B}" destId="{C1EDC31D-3087-4FC5-BE1E-69C6D8440B21}" srcOrd="0" destOrd="0" parTransId="{9338A608-1839-4AC3-A2E7-92A22AF81410}" sibTransId="{7B2E9B14-270B-4076-B4F8-14CAD83BD3CC}"/>
    <dgm:cxn modelId="{32061228-39EA-42B7-A1DA-965DF38BF822}" type="presOf" srcId="{C4362F4B-813C-4E63-BB17-A8B140C6AD67}" destId="{20CD9A5D-1BFF-4C5F-AF47-2BF5763A0319}" srcOrd="0" destOrd="0" presId="urn:microsoft.com/office/officeart/2005/8/layout/hierarchy3"/>
    <dgm:cxn modelId="{3A513428-069A-46E6-8971-4BE2C518FDA1}" srcId="{55AA54C7-5440-422B-9907-FAB424670BA3}" destId="{6ECCCF17-F2F2-4967-BFA8-4050CAD8197E}" srcOrd="1" destOrd="0" parTransId="{B4A80DFC-F1F8-4B12-827F-892C7297407A}" sibTransId="{4C7C8EB4-0D7F-40C1-9FDC-9E74CFC49E3B}"/>
    <dgm:cxn modelId="{5279132C-27C8-4694-ACCA-E6640EEF9A03}" type="presOf" srcId="{3CACE19B-2D21-4377-B03C-F2968B57A16E}" destId="{88E9079D-B8D3-4069-8531-6FD7388138C7}" srcOrd="1" destOrd="0" presId="urn:microsoft.com/office/officeart/2005/8/layout/hierarchy3"/>
    <dgm:cxn modelId="{44080B2F-75E4-4546-98EE-63E3B5B05B42}" type="presOf" srcId="{C26CA03A-53BF-4D73-B0EE-BC079DDC5F4B}" destId="{3CF671D7-7297-421D-BE38-061E428805F8}" srcOrd="0" destOrd="0" presId="urn:microsoft.com/office/officeart/2005/8/layout/hierarchy3"/>
    <dgm:cxn modelId="{7ED1DE31-7C4A-4825-87DB-C7AE4FDA2E6F}" type="presOf" srcId="{9338A608-1839-4AC3-A2E7-92A22AF81410}" destId="{F5A1EF7E-749B-493F-B31A-D1AF9604FEDC}" srcOrd="0" destOrd="0" presId="urn:microsoft.com/office/officeart/2005/8/layout/hierarchy3"/>
    <dgm:cxn modelId="{6D48893A-C554-49D6-BEC9-EBEEE20F9C11}" type="presOf" srcId="{675A6FF3-5DA6-4B58-A4C7-06AB2BC8D2E1}" destId="{B59FB2D7-2304-4B93-B339-9E38441A73BC}" srcOrd="0" destOrd="0" presId="urn:microsoft.com/office/officeart/2005/8/layout/hierarchy3"/>
    <dgm:cxn modelId="{1BD4DC3A-B625-40AA-BF7A-05376AF72997}" type="presOf" srcId="{C1EDC31D-3087-4FC5-BE1E-69C6D8440B21}" destId="{377353ED-3CE5-4A15-A91B-73B3EAF311B9}" srcOrd="0" destOrd="0" presId="urn:microsoft.com/office/officeart/2005/8/layout/hierarchy3"/>
    <dgm:cxn modelId="{F1882E3C-D41C-41C0-96C8-71C8391D4444}" type="presOf" srcId="{E74CAEF6-7997-4960-8E04-DDD255547E6D}" destId="{B06A424B-6000-4DF5-8A85-70B4959097E2}" srcOrd="0" destOrd="0" presId="urn:microsoft.com/office/officeart/2005/8/layout/hierarchy3"/>
    <dgm:cxn modelId="{D1FC813C-EFD9-4A23-A78A-91012E1F85C8}" type="presOf" srcId="{C5ABA3D0-ABC9-4A1D-B382-16CEBC207389}" destId="{4D80DE6C-B7E9-4FCE-BF90-9BB16FB13552}" srcOrd="0" destOrd="0" presId="urn:microsoft.com/office/officeart/2005/8/layout/hierarchy3"/>
    <dgm:cxn modelId="{B5C5B23C-DD23-4F0B-9B5F-05309252FE2D}" type="presOf" srcId="{07BF6C45-02C2-4234-B9ED-1B8613FFFC5D}" destId="{CEED30EB-6E22-43FD-9B3C-3B21EDBF0B94}" srcOrd="0" destOrd="0" presId="urn:microsoft.com/office/officeart/2005/8/layout/hierarchy3"/>
    <dgm:cxn modelId="{7930393D-3622-495D-8F3D-14597F5B5CDE}" srcId="{1D2A9920-8E59-443B-A363-D5BE7B4BD159}" destId="{3CACE19B-2D21-4377-B03C-F2968B57A16E}" srcOrd="2" destOrd="0" parTransId="{BF98B5B4-DF82-417B-83F5-C70296758552}" sibTransId="{C39916DB-6501-4C53-9B66-050B9542E3BB}"/>
    <dgm:cxn modelId="{C41D635B-F49D-4756-BB4C-F16F3E729EB6}" type="presOf" srcId="{E7463FB1-F025-4246-87B1-40E180B197F4}" destId="{4E8CC1E1-53BC-45EF-94A8-17AD10C9CF3B}" srcOrd="0" destOrd="0" presId="urn:microsoft.com/office/officeart/2005/8/layout/hierarchy3"/>
    <dgm:cxn modelId="{2EB8245D-56CA-4489-9468-86707302636F}" type="presOf" srcId="{1D2A9920-8E59-443B-A363-D5BE7B4BD159}" destId="{321A272E-CF4E-4AE2-9EE6-5BC7EC700AF7}" srcOrd="0" destOrd="0" presId="urn:microsoft.com/office/officeart/2005/8/layout/hierarchy3"/>
    <dgm:cxn modelId="{1CBB8C64-9822-4A23-957C-8C218280A256}" srcId="{D6623B38-24B6-47B8-8123-25D40A798F46}" destId="{51A8E46A-3E46-4FAC-ADD7-C52B44605307}" srcOrd="1" destOrd="0" parTransId="{AA49BA01-9C64-4B8C-BEBC-A4DB64E374C1}" sibTransId="{DE7996F9-734C-4143-B02D-631DCE39B43C}"/>
    <dgm:cxn modelId="{6F4A7F66-11B8-43AC-96B5-DAEB6BBA5A27}" srcId="{55AA54C7-5440-422B-9907-FAB424670BA3}" destId="{C197A869-3B21-478E-BFE8-3993A8BF62BC}" srcOrd="0" destOrd="0" parTransId="{DF1ADFD9-1B60-4DAB-AB9C-1C615BBCDBFD}" sibTransId="{A90D282A-157B-4413-B371-23928C5B2C0A}"/>
    <dgm:cxn modelId="{904AB567-06DF-480F-B421-1C8EFBD6B3B4}" type="presOf" srcId="{C4362F4B-813C-4E63-BB17-A8B140C6AD67}" destId="{0B74556E-5F17-498F-860C-91AA2C87B752}" srcOrd="1" destOrd="0" presId="urn:microsoft.com/office/officeart/2005/8/layout/hierarchy3"/>
    <dgm:cxn modelId="{E659ED6E-1B7C-4E1D-9294-A16A72C53808}" type="presOf" srcId="{EFDBBC03-B62B-4837-8843-743EF078209B}" destId="{03D05C6C-EACA-4F9E-85EA-AB346E129B8E}" srcOrd="0" destOrd="0" presId="urn:microsoft.com/office/officeart/2005/8/layout/hierarchy3"/>
    <dgm:cxn modelId="{B858AC4F-99B0-4863-865A-96F9312ADE22}" srcId="{EFDBBC03-B62B-4837-8843-743EF078209B}" destId="{609EE73E-842A-4DEB-A3D7-8E086E90B16A}" srcOrd="1" destOrd="0" parTransId="{09ADC090-2B8B-4B51-B530-10F38CF3AA30}" sibTransId="{9E8A9AA0-B504-4613-91B9-67AD788F5D39}"/>
    <dgm:cxn modelId="{AF257472-6354-4FE2-8AE7-31CA6F22C94F}" type="presOf" srcId="{D715BD9F-1551-4EF6-B825-817FBF930AA9}" destId="{0B012902-6658-464A-B210-B7ADFF50C4DD}" srcOrd="0" destOrd="0" presId="urn:microsoft.com/office/officeart/2005/8/layout/hierarchy3"/>
    <dgm:cxn modelId="{765F2A59-8EAF-481B-969F-B79C116A41D2}" srcId="{1D2A9920-8E59-443B-A363-D5BE7B4BD159}" destId="{EFDBBC03-B62B-4837-8843-743EF078209B}" srcOrd="1" destOrd="0" parTransId="{6C018DA1-1B56-45AF-B2C8-DB91DB6AC957}" sibTransId="{F9DF674D-2445-49C4-85FF-223E989D3F3D}"/>
    <dgm:cxn modelId="{87A79A7F-218E-491F-BC5C-4D5B7B23C339}" type="presOf" srcId="{55AA54C7-5440-422B-9907-FAB424670BA3}" destId="{7F3F8037-2196-45E1-BFEF-530E38E21BB0}" srcOrd="1" destOrd="0" presId="urn:microsoft.com/office/officeart/2005/8/layout/hierarchy3"/>
    <dgm:cxn modelId="{970DD88B-4423-49AD-A46A-D16820E10D24}" srcId="{D715BD9F-1551-4EF6-B825-817FBF930AA9}" destId="{16C7D2FF-9440-45BB-9DF0-A8AD64CB0A80}" srcOrd="1" destOrd="0" parTransId="{C5ABA3D0-ABC9-4A1D-B382-16CEBC207389}" sibTransId="{A726718D-77E1-4308-972A-D186E63E42AC}"/>
    <dgm:cxn modelId="{BA68248C-F953-4D64-BC86-530324677C42}" type="presOf" srcId="{C111929E-E325-4FF0-A97F-F160D4B82555}" destId="{A7D89DBE-769C-4BBD-B741-A95AE41E4275}" srcOrd="0" destOrd="0" presId="urn:microsoft.com/office/officeart/2005/8/layout/hierarchy3"/>
    <dgm:cxn modelId="{BD1D5F94-53DD-4A49-87F7-A3FD0F31BA3A}" type="presOf" srcId="{16C7D2FF-9440-45BB-9DF0-A8AD64CB0A80}" destId="{6A4D1EC0-1E6E-48D2-92D7-8B389B48E0E8}" srcOrd="0" destOrd="0" presId="urn:microsoft.com/office/officeart/2005/8/layout/hierarchy3"/>
    <dgm:cxn modelId="{5CDA8395-82B0-419D-AEA3-E139153223B7}" srcId="{C4362F4B-813C-4E63-BB17-A8B140C6AD67}" destId="{07BF6C45-02C2-4234-B9ED-1B8613FFFC5D}" srcOrd="1" destOrd="0" parTransId="{E7463FB1-F025-4246-87B1-40E180B197F4}" sibTransId="{CD457719-0352-4383-943E-980409D0E955}"/>
    <dgm:cxn modelId="{EF007A9C-A3B8-4B32-841E-53BB44B119FC}" type="presOf" srcId="{AA49BA01-9C64-4B8C-BEBC-A4DB64E374C1}" destId="{1DEB686F-0686-48C4-96E5-16F2E6CA998B}" srcOrd="0" destOrd="0" presId="urn:microsoft.com/office/officeart/2005/8/layout/hierarchy3"/>
    <dgm:cxn modelId="{D92AD5A2-BE30-4290-A84D-76444DB1C74F}" type="presOf" srcId="{51A8E46A-3E46-4FAC-ADD7-C52B44605307}" destId="{02AF2E6B-9022-4A7A-80DD-C33E4AB6E832}" srcOrd="0" destOrd="0" presId="urn:microsoft.com/office/officeart/2005/8/layout/hierarchy3"/>
    <dgm:cxn modelId="{8B3F83A4-F534-4B14-9E3D-E53D2227AB73}" type="presOf" srcId="{DF1ADFD9-1B60-4DAB-AB9C-1C615BBCDBFD}" destId="{9BE8F6D7-A6C1-4A83-81F6-62AE87738BED}" srcOrd="0" destOrd="0" presId="urn:microsoft.com/office/officeart/2005/8/layout/hierarchy3"/>
    <dgm:cxn modelId="{71A683A9-412E-4B5B-8ACF-19C453CA88AD}" type="presOf" srcId="{C197A869-3B21-478E-BFE8-3993A8BF62BC}" destId="{F7AE215E-07CF-44E5-A70B-387CF67A6D1A}" srcOrd="0" destOrd="0" presId="urn:microsoft.com/office/officeart/2005/8/layout/hierarchy3"/>
    <dgm:cxn modelId="{A8F275AA-666C-419A-AAF8-A849FF55824E}" srcId="{1D2A9920-8E59-443B-A363-D5BE7B4BD159}" destId="{D715BD9F-1551-4EF6-B825-817FBF930AA9}" srcOrd="4" destOrd="0" parTransId="{FAD97DED-99EA-4834-845A-A64EE4A19AF4}" sibTransId="{2A83F458-F84F-4E1E-B713-EF6CC24C4735}"/>
    <dgm:cxn modelId="{41B018B1-8EFC-4467-B2D4-145E2D4DF0EF}" type="presOf" srcId="{3CACE19B-2D21-4377-B03C-F2968B57A16E}" destId="{F6507910-5B2B-4C70-9244-AA750CED201A}" srcOrd="0" destOrd="0" presId="urn:microsoft.com/office/officeart/2005/8/layout/hierarchy3"/>
    <dgm:cxn modelId="{7B0D0EB4-B8C0-4271-B64B-AD52315CE73B}" type="presOf" srcId="{55AA54C7-5440-422B-9907-FAB424670BA3}" destId="{0BDD030B-EB79-4CA8-BAD4-A887DEB54EFB}" srcOrd="0" destOrd="0" presId="urn:microsoft.com/office/officeart/2005/8/layout/hierarchy3"/>
    <dgm:cxn modelId="{B63C49C1-39F2-48A4-B5CB-76EB49513924}" type="presOf" srcId="{09ADC090-2B8B-4B51-B530-10F38CF3AA30}" destId="{408D1673-9A9F-40D8-B062-249149864246}" srcOrd="0" destOrd="0" presId="urn:microsoft.com/office/officeart/2005/8/layout/hierarchy3"/>
    <dgm:cxn modelId="{CCD281C2-041E-4191-8B83-F03730DC7F83}" srcId="{C4362F4B-813C-4E63-BB17-A8B140C6AD67}" destId="{AA068C64-76F0-4A2B-8A87-5DBF3376E535}" srcOrd="0" destOrd="0" parTransId="{C26CA03A-53BF-4D73-B0EE-BC079DDC5F4B}" sibTransId="{38ED80BF-1E12-4BA1-9F2A-9994DA45B62E}"/>
    <dgm:cxn modelId="{E8E4BDD0-E9C5-4EDD-990C-EC247A0DEDFD}" type="presOf" srcId="{80A07733-0973-4BFA-98BB-2768805BD32A}" destId="{54D2EF58-8445-41F9-A323-C1A2F915FC5D}" srcOrd="0" destOrd="0" presId="urn:microsoft.com/office/officeart/2005/8/layout/hierarchy3"/>
    <dgm:cxn modelId="{05BCE7DA-2283-4388-A037-7BE34E9154C4}" type="presOf" srcId="{609EE73E-842A-4DEB-A3D7-8E086E90B16A}" destId="{0AFDFCAC-A875-4BE2-90CC-8653AB317972}" srcOrd="0" destOrd="0" presId="urn:microsoft.com/office/officeart/2005/8/layout/hierarchy3"/>
    <dgm:cxn modelId="{1A020DDB-4257-4554-B9A4-BEFA866422D6}" type="presOf" srcId="{AA068C64-76F0-4A2B-8A87-5DBF3376E535}" destId="{ECC9058D-E83D-4925-AEC9-3AA4ECEAD6F4}" srcOrd="0" destOrd="0" presId="urn:microsoft.com/office/officeart/2005/8/layout/hierarchy3"/>
    <dgm:cxn modelId="{008DF0DB-C603-4ED0-96DF-7C35ADF52CF2}" type="presOf" srcId="{D715BD9F-1551-4EF6-B825-817FBF930AA9}" destId="{1FFAF218-08BF-4959-8493-CE1C3A202634}" srcOrd="1" destOrd="0" presId="urn:microsoft.com/office/officeart/2005/8/layout/hierarchy3"/>
    <dgm:cxn modelId="{7708ECDF-6CC0-4B50-8905-E9724DF7732F}" type="presOf" srcId="{7B2FC5B1-2425-4B7E-963B-0DFA02BBF27B}" destId="{D4CAADF1-4BAA-49ED-B4E5-27CC2838ADE3}" srcOrd="0" destOrd="0" presId="urn:microsoft.com/office/officeart/2005/8/layout/hierarchy3"/>
    <dgm:cxn modelId="{413D29E1-25D9-4672-8F94-ABF584FFDCE2}" srcId="{3CACE19B-2D21-4377-B03C-F2968B57A16E}" destId="{7B2FC5B1-2425-4B7E-963B-0DFA02BBF27B}" srcOrd="1" destOrd="0" parTransId="{8D533447-A420-489F-BCCA-3583EAFAD10C}" sibTransId="{C51BA2A3-8D06-4F06-AF01-C91916811900}"/>
    <dgm:cxn modelId="{426644E1-617D-42D5-86CA-5EFD475C2249}" type="presOf" srcId="{EFDBBC03-B62B-4837-8843-743EF078209B}" destId="{220BD139-DE6C-4A29-867E-C0314B581BAF}" srcOrd="1" destOrd="0" presId="urn:microsoft.com/office/officeart/2005/8/layout/hierarchy3"/>
    <dgm:cxn modelId="{C74CBCE6-64A2-4374-B1D2-39DEA2EDB4E6}" type="presOf" srcId="{D6623B38-24B6-47B8-8123-25D40A798F46}" destId="{300C2194-2256-4AAB-AEAD-28009135FC13}" srcOrd="1" destOrd="0" presId="urn:microsoft.com/office/officeart/2005/8/layout/hierarchy3"/>
    <dgm:cxn modelId="{39EF84E8-98F1-4286-B3F7-9BA220D58046}" srcId="{1D2A9920-8E59-443B-A363-D5BE7B4BD159}" destId="{55AA54C7-5440-422B-9907-FAB424670BA3}" srcOrd="5" destOrd="0" parTransId="{A4F65D6F-8370-4B62-BA5D-A6E34E1D0511}" sibTransId="{A01D5F66-3244-4489-8C0B-FF224BFA3ECC}"/>
    <dgm:cxn modelId="{33E0CBE9-CE82-4598-8554-9E53B41BAA96}" type="presOf" srcId="{D6623B38-24B6-47B8-8123-25D40A798F46}" destId="{98E1FFF1-68E7-4227-B5A2-D48319880407}" srcOrd="0" destOrd="0" presId="urn:microsoft.com/office/officeart/2005/8/layout/hierarchy3"/>
    <dgm:cxn modelId="{973698FC-BFA9-4938-9AF5-1E2EC352E309}" srcId="{D715BD9F-1551-4EF6-B825-817FBF930AA9}" destId="{675A6FF3-5DA6-4B58-A4C7-06AB2BC8D2E1}" srcOrd="0" destOrd="0" parTransId="{80A07733-0973-4BFA-98BB-2768805BD32A}" sibTransId="{0269E383-7DD0-4842-B37C-0231F60FE163}"/>
    <dgm:cxn modelId="{35CDD2D8-EA31-4D7E-B214-DE0C741548A8}" type="presParOf" srcId="{321A272E-CF4E-4AE2-9EE6-5BC7EC700AF7}" destId="{A9AB6501-8C8F-4B93-8F1F-3C669C42991C}" srcOrd="0" destOrd="0" presId="urn:microsoft.com/office/officeart/2005/8/layout/hierarchy3"/>
    <dgm:cxn modelId="{891C90B9-20C6-4D49-A808-3B6C7C946416}" type="presParOf" srcId="{A9AB6501-8C8F-4B93-8F1F-3C669C42991C}" destId="{58297D94-6DA8-4577-B995-99A5302F2E1A}" srcOrd="0" destOrd="0" presId="urn:microsoft.com/office/officeart/2005/8/layout/hierarchy3"/>
    <dgm:cxn modelId="{8C3CEB3E-CD4D-4E38-A0FA-A98638393A7B}" type="presParOf" srcId="{58297D94-6DA8-4577-B995-99A5302F2E1A}" destId="{98E1FFF1-68E7-4227-B5A2-D48319880407}" srcOrd="0" destOrd="0" presId="urn:microsoft.com/office/officeart/2005/8/layout/hierarchy3"/>
    <dgm:cxn modelId="{75831199-DD8F-402E-A24D-5AF48A160274}" type="presParOf" srcId="{58297D94-6DA8-4577-B995-99A5302F2E1A}" destId="{300C2194-2256-4AAB-AEAD-28009135FC13}" srcOrd="1" destOrd="0" presId="urn:microsoft.com/office/officeart/2005/8/layout/hierarchy3"/>
    <dgm:cxn modelId="{BA212930-3086-4754-8B7E-53E720EAB3FC}" type="presParOf" srcId="{A9AB6501-8C8F-4B93-8F1F-3C669C42991C}" destId="{43CDC37C-2C02-4125-87AF-5651E2B6EED6}" srcOrd="1" destOrd="0" presId="urn:microsoft.com/office/officeart/2005/8/layout/hierarchy3"/>
    <dgm:cxn modelId="{A7AA5929-F2B9-4378-89A9-AF6A4FB8BF6A}" type="presParOf" srcId="{43CDC37C-2C02-4125-87AF-5651E2B6EED6}" destId="{B06A424B-6000-4DF5-8A85-70B4959097E2}" srcOrd="0" destOrd="0" presId="urn:microsoft.com/office/officeart/2005/8/layout/hierarchy3"/>
    <dgm:cxn modelId="{A84689FC-DA34-4BB2-A163-431F86489F2E}" type="presParOf" srcId="{43CDC37C-2C02-4125-87AF-5651E2B6EED6}" destId="{E13ADDB3-1240-4193-BDBA-48F33B260C7E}" srcOrd="1" destOrd="0" presId="urn:microsoft.com/office/officeart/2005/8/layout/hierarchy3"/>
    <dgm:cxn modelId="{5648E52C-DA57-47B7-95BD-DA5DC8A5CD80}" type="presParOf" srcId="{43CDC37C-2C02-4125-87AF-5651E2B6EED6}" destId="{1DEB686F-0686-48C4-96E5-16F2E6CA998B}" srcOrd="2" destOrd="0" presId="urn:microsoft.com/office/officeart/2005/8/layout/hierarchy3"/>
    <dgm:cxn modelId="{317DD66E-4AB0-4E72-92A3-1D685845FBEE}" type="presParOf" srcId="{43CDC37C-2C02-4125-87AF-5651E2B6EED6}" destId="{02AF2E6B-9022-4A7A-80DD-C33E4AB6E832}" srcOrd="3" destOrd="0" presId="urn:microsoft.com/office/officeart/2005/8/layout/hierarchy3"/>
    <dgm:cxn modelId="{141DC427-AB41-4675-A7C6-B488694A015D}" type="presParOf" srcId="{321A272E-CF4E-4AE2-9EE6-5BC7EC700AF7}" destId="{E374278B-A77A-4C50-96D8-72E4FBE79DF3}" srcOrd="1" destOrd="0" presId="urn:microsoft.com/office/officeart/2005/8/layout/hierarchy3"/>
    <dgm:cxn modelId="{53C0A4F5-D9B0-4745-A8CD-37B93A702D0B}" type="presParOf" srcId="{E374278B-A77A-4C50-96D8-72E4FBE79DF3}" destId="{711AE017-D87B-4162-A22C-56DA499DB693}" srcOrd="0" destOrd="0" presId="urn:microsoft.com/office/officeart/2005/8/layout/hierarchy3"/>
    <dgm:cxn modelId="{29F5109C-CF6F-4739-82E9-92450842D31D}" type="presParOf" srcId="{711AE017-D87B-4162-A22C-56DA499DB693}" destId="{03D05C6C-EACA-4F9E-85EA-AB346E129B8E}" srcOrd="0" destOrd="0" presId="urn:microsoft.com/office/officeart/2005/8/layout/hierarchy3"/>
    <dgm:cxn modelId="{77441F1D-D00B-45BC-BB0E-FD62C3BA0E4F}" type="presParOf" srcId="{711AE017-D87B-4162-A22C-56DA499DB693}" destId="{220BD139-DE6C-4A29-867E-C0314B581BAF}" srcOrd="1" destOrd="0" presId="urn:microsoft.com/office/officeart/2005/8/layout/hierarchy3"/>
    <dgm:cxn modelId="{069B879F-93E5-4B65-946B-9DEAAD3E282B}" type="presParOf" srcId="{E374278B-A77A-4C50-96D8-72E4FBE79DF3}" destId="{A952F1B6-A2C8-417F-BB04-5A7806AFECC2}" srcOrd="1" destOrd="0" presId="urn:microsoft.com/office/officeart/2005/8/layout/hierarchy3"/>
    <dgm:cxn modelId="{C24E6B57-E436-46BC-A51E-6F5726F470A5}" type="presParOf" srcId="{A952F1B6-A2C8-417F-BB04-5A7806AFECC2}" destId="{F5A1EF7E-749B-493F-B31A-D1AF9604FEDC}" srcOrd="0" destOrd="0" presId="urn:microsoft.com/office/officeart/2005/8/layout/hierarchy3"/>
    <dgm:cxn modelId="{DB227C3E-8CF9-4C8D-9DA5-13DC6D4B8C0D}" type="presParOf" srcId="{A952F1B6-A2C8-417F-BB04-5A7806AFECC2}" destId="{377353ED-3CE5-4A15-A91B-73B3EAF311B9}" srcOrd="1" destOrd="0" presId="urn:microsoft.com/office/officeart/2005/8/layout/hierarchy3"/>
    <dgm:cxn modelId="{AFDD8E49-9F9A-4440-A6EE-569C201C86B3}" type="presParOf" srcId="{A952F1B6-A2C8-417F-BB04-5A7806AFECC2}" destId="{408D1673-9A9F-40D8-B062-249149864246}" srcOrd="2" destOrd="0" presId="urn:microsoft.com/office/officeart/2005/8/layout/hierarchy3"/>
    <dgm:cxn modelId="{EEBE45A1-DA67-4966-B2E5-A542446B8BEA}" type="presParOf" srcId="{A952F1B6-A2C8-417F-BB04-5A7806AFECC2}" destId="{0AFDFCAC-A875-4BE2-90CC-8653AB317972}" srcOrd="3" destOrd="0" presId="urn:microsoft.com/office/officeart/2005/8/layout/hierarchy3"/>
    <dgm:cxn modelId="{156AA074-3399-44A8-8FCE-E3269C5653AD}" type="presParOf" srcId="{321A272E-CF4E-4AE2-9EE6-5BC7EC700AF7}" destId="{52BF1785-4F14-4C66-A742-419EB95A1B55}" srcOrd="2" destOrd="0" presId="urn:microsoft.com/office/officeart/2005/8/layout/hierarchy3"/>
    <dgm:cxn modelId="{7C4076D4-F384-492C-BFBB-62A039C299A0}" type="presParOf" srcId="{52BF1785-4F14-4C66-A742-419EB95A1B55}" destId="{D4F8DB80-94A5-419A-85AB-6B42E5FAF872}" srcOrd="0" destOrd="0" presId="urn:microsoft.com/office/officeart/2005/8/layout/hierarchy3"/>
    <dgm:cxn modelId="{876AEB68-C3ED-432E-92DF-EC94114CAC3D}" type="presParOf" srcId="{D4F8DB80-94A5-419A-85AB-6B42E5FAF872}" destId="{F6507910-5B2B-4C70-9244-AA750CED201A}" srcOrd="0" destOrd="0" presId="urn:microsoft.com/office/officeart/2005/8/layout/hierarchy3"/>
    <dgm:cxn modelId="{A577DD88-1478-4BE0-B91C-2E2744D6FA82}" type="presParOf" srcId="{D4F8DB80-94A5-419A-85AB-6B42E5FAF872}" destId="{88E9079D-B8D3-4069-8531-6FD7388138C7}" srcOrd="1" destOrd="0" presId="urn:microsoft.com/office/officeart/2005/8/layout/hierarchy3"/>
    <dgm:cxn modelId="{61199AB4-C42C-4F22-BD84-3DD6EDBE5707}" type="presParOf" srcId="{52BF1785-4F14-4C66-A742-419EB95A1B55}" destId="{B06E89B0-9344-4546-8D9E-53CB65F8F8F8}" srcOrd="1" destOrd="0" presId="urn:microsoft.com/office/officeart/2005/8/layout/hierarchy3"/>
    <dgm:cxn modelId="{9A93B52F-3A7B-4535-82A5-38F99637A7CD}" type="presParOf" srcId="{B06E89B0-9344-4546-8D9E-53CB65F8F8F8}" destId="{A7D89DBE-769C-4BBD-B741-A95AE41E4275}" srcOrd="0" destOrd="0" presId="urn:microsoft.com/office/officeart/2005/8/layout/hierarchy3"/>
    <dgm:cxn modelId="{D6A0CCC4-25F7-4252-BF3C-E76B9FA61002}" type="presParOf" srcId="{B06E89B0-9344-4546-8D9E-53CB65F8F8F8}" destId="{B5EC8257-045E-4F9A-944C-5273121919CA}" srcOrd="1" destOrd="0" presId="urn:microsoft.com/office/officeart/2005/8/layout/hierarchy3"/>
    <dgm:cxn modelId="{015B76A8-6258-4EF2-95D8-6B2CDB87B338}" type="presParOf" srcId="{B06E89B0-9344-4546-8D9E-53CB65F8F8F8}" destId="{7AE1EA4E-334C-43F5-99C2-37D8DD2AE005}" srcOrd="2" destOrd="0" presId="urn:microsoft.com/office/officeart/2005/8/layout/hierarchy3"/>
    <dgm:cxn modelId="{8E21B2D1-FE58-4027-8419-ADCEA15878B1}" type="presParOf" srcId="{B06E89B0-9344-4546-8D9E-53CB65F8F8F8}" destId="{D4CAADF1-4BAA-49ED-B4E5-27CC2838ADE3}" srcOrd="3" destOrd="0" presId="urn:microsoft.com/office/officeart/2005/8/layout/hierarchy3"/>
    <dgm:cxn modelId="{FF75BC74-A5C3-402A-A52F-3457458F0A77}" type="presParOf" srcId="{321A272E-CF4E-4AE2-9EE6-5BC7EC700AF7}" destId="{252B127D-CFA6-45AA-8D48-500223FACEF0}" srcOrd="3" destOrd="0" presId="urn:microsoft.com/office/officeart/2005/8/layout/hierarchy3"/>
    <dgm:cxn modelId="{D0FD0A5B-3247-4095-8860-7F527AD6FEBE}" type="presParOf" srcId="{252B127D-CFA6-45AA-8D48-500223FACEF0}" destId="{AE0FC28D-FE4B-4559-8893-13150ACC47DF}" srcOrd="0" destOrd="0" presId="urn:microsoft.com/office/officeart/2005/8/layout/hierarchy3"/>
    <dgm:cxn modelId="{D2A02BF8-6FBE-4065-BB4A-0373F782E54E}" type="presParOf" srcId="{AE0FC28D-FE4B-4559-8893-13150ACC47DF}" destId="{20CD9A5D-1BFF-4C5F-AF47-2BF5763A0319}" srcOrd="0" destOrd="0" presId="urn:microsoft.com/office/officeart/2005/8/layout/hierarchy3"/>
    <dgm:cxn modelId="{04F82B74-F01B-4EFA-8F62-BDFB8D61E515}" type="presParOf" srcId="{AE0FC28D-FE4B-4559-8893-13150ACC47DF}" destId="{0B74556E-5F17-498F-860C-91AA2C87B752}" srcOrd="1" destOrd="0" presId="urn:microsoft.com/office/officeart/2005/8/layout/hierarchy3"/>
    <dgm:cxn modelId="{D5E9C3DB-395C-49FE-A6EC-F7389F783547}" type="presParOf" srcId="{252B127D-CFA6-45AA-8D48-500223FACEF0}" destId="{D5AC861E-8AA8-427A-8EE9-EA4F7F83735F}" srcOrd="1" destOrd="0" presId="urn:microsoft.com/office/officeart/2005/8/layout/hierarchy3"/>
    <dgm:cxn modelId="{16A7B5EA-08F5-4149-B280-E84B7A090E49}" type="presParOf" srcId="{D5AC861E-8AA8-427A-8EE9-EA4F7F83735F}" destId="{3CF671D7-7297-421D-BE38-061E428805F8}" srcOrd="0" destOrd="0" presId="urn:microsoft.com/office/officeart/2005/8/layout/hierarchy3"/>
    <dgm:cxn modelId="{065E788B-D524-4BA5-8AE4-7EB71C5202EF}" type="presParOf" srcId="{D5AC861E-8AA8-427A-8EE9-EA4F7F83735F}" destId="{ECC9058D-E83D-4925-AEC9-3AA4ECEAD6F4}" srcOrd="1" destOrd="0" presId="urn:microsoft.com/office/officeart/2005/8/layout/hierarchy3"/>
    <dgm:cxn modelId="{DE146973-3337-422E-AD80-432810A0BD5C}" type="presParOf" srcId="{D5AC861E-8AA8-427A-8EE9-EA4F7F83735F}" destId="{4E8CC1E1-53BC-45EF-94A8-17AD10C9CF3B}" srcOrd="2" destOrd="0" presId="urn:microsoft.com/office/officeart/2005/8/layout/hierarchy3"/>
    <dgm:cxn modelId="{52558F9C-6435-4C8D-A2C9-7596FC92556B}" type="presParOf" srcId="{D5AC861E-8AA8-427A-8EE9-EA4F7F83735F}" destId="{CEED30EB-6E22-43FD-9B3C-3B21EDBF0B94}" srcOrd="3" destOrd="0" presId="urn:microsoft.com/office/officeart/2005/8/layout/hierarchy3"/>
    <dgm:cxn modelId="{13201D6F-4324-4C31-A9E8-12097C50DB73}" type="presParOf" srcId="{321A272E-CF4E-4AE2-9EE6-5BC7EC700AF7}" destId="{62BE7302-2D23-4FCA-BFC4-DE11699E4321}" srcOrd="4" destOrd="0" presId="urn:microsoft.com/office/officeart/2005/8/layout/hierarchy3"/>
    <dgm:cxn modelId="{1E06BD17-5BBB-47A1-BA15-37A048995011}" type="presParOf" srcId="{62BE7302-2D23-4FCA-BFC4-DE11699E4321}" destId="{B56F0A81-A228-4B8E-B70C-9F59AEDCC34B}" srcOrd="0" destOrd="0" presId="urn:microsoft.com/office/officeart/2005/8/layout/hierarchy3"/>
    <dgm:cxn modelId="{321FF019-D1CD-45A0-999A-384E8834F4D0}" type="presParOf" srcId="{B56F0A81-A228-4B8E-B70C-9F59AEDCC34B}" destId="{0B012902-6658-464A-B210-B7ADFF50C4DD}" srcOrd="0" destOrd="0" presId="urn:microsoft.com/office/officeart/2005/8/layout/hierarchy3"/>
    <dgm:cxn modelId="{B826274E-0BD4-41B1-A441-A2E33AC46C13}" type="presParOf" srcId="{B56F0A81-A228-4B8E-B70C-9F59AEDCC34B}" destId="{1FFAF218-08BF-4959-8493-CE1C3A202634}" srcOrd="1" destOrd="0" presId="urn:microsoft.com/office/officeart/2005/8/layout/hierarchy3"/>
    <dgm:cxn modelId="{3076555B-66E8-4B72-A01B-73626ACD0D59}" type="presParOf" srcId="{62BE7302-2D23-4FCA-BFC4-DE11699E4321}" destId="{C26BA1FB-F623-4A6F-834C-D50162D6C33F}" srcOrd="1" destOrd="0" presId="urn:microsoft.com/office/officeart/2005/8/layout/hierarchy3"/>
    <dgm:cxn modelId="{A45E6E5C-A963-40A6-BBF6-8CA8C575C682}" type="presParOf" srcId="{C26BA1FB-F623-4A6F-834C-D50162D6C33F}" destId="{54D2EF58-8445-41F9-A323-C1A2F915FC5D}" srcOrd="0" destOrd="0" presId="urn:microsoft.com/office/officeart/2005/8/layout/hierarchy3"/>
    <dgm:cxn modelId="{3A481AE6-4D22-4139-BD3D-BB3EC55A250B}" type="presParOf" srcId="{C26BA1FB-F623-4A6F-834C-D50162D6C33F}" destId="{B59FB2D7-2304-4B93-B339-9E38441A73BC}" srcOrd="1" destOrd="0" presId="urn:microsoft.com/office/officeart/2005/8/layout/hierarchy3"/>
    <dgm:cxn modelId="{AE5EEFC0-A57D-44A9-AC18-0FB3323A2F9C}" type="presParOf" srcId="{C26BA1FB-F623-4A6F-834C-D50162D6C33F}" destId="{4D80DE6C-B7E9-4FCE-BF90-9BB16FB13552}" srcOrd="2" destOrd="0" presId="urn:microsoft.com/office/officeart/2005/8/layout/hierarchy3"/>
    <dgm:cxn modelId="{B12ECC89-3026-4E0F-A40D-5F6E8FBFCAAE}" type="presParOf" srcId="{C26BA1FB-F623-4A6F-834C-D50162D6C33F}" destId="{6A4D1EC0-1E6E-48D2-92D7-8B389B48E0E8}" srcOrd="3" destOrd="0" presId="urn:microsoft.com/office/officeart/2005/8/layout/hierarchy3"/>
    <dgm:cxn modelId="{E4F3BAE1-88F3-4325-9F27-D34D7FDEAEAC}" type="presParOf" srcId="{321A272E-CF4E-4AE2-9EE6-5BC7EC700AF7}" destId="{3F492188-59A6-414A-904A-3F9A0559FAA3}" srcOrd="5" destOrd="0" presId="urn:microsoft.com/office/officeart/2005/8/layout/hierarchy3"/>
    <dgm:cxn modelId="{6CC6B473-1C80-4594-ADA6-FA1950FBC42F}" type="presParOf" srcId="{3F492188-59A6-414A-904A-3F9A0559FAA3}" destId="{AFA5EC1F-70B6-48E9-9B53-80A05D965D0E}" srcOrd="0" destOrd="0" presId="urn:microsoft.com/office/officeart/2005/8/layout/hierarchy3"/>
    <dgm:cxn modelId="{17780377-E3B0-420D-BEB2-B043A0031DF4}" type="presParOf" srcId="{AFA5EC1F-70B6-48E9-9B53-80A05D965D0E}" destId="{0BDD030B-EB79-4CA8-BAD4-A887DEB54EFB}" srcOrd="0" destOrd="0" presId="urn:microsoft.com/office/officeart/2005/8/layout/hierarchy3"/>
    <dgm:cxn modelId="{1464FC4E-7DC4-424C-9062-51F396EA2BA9}" type="presParOf" srcId="{AFA5EC1F-70B6-48E9-9B53-80A05D965D0E}" destId="{7F3F8037-2196-45E1-BFEF-530E38E21BB0}" srcOrd="1" destOrd="0" presId="urn:microsoft.com/office/officeart/2005/8/layout/hierarchy3"/>
    <dgm:cxn modelId="{513C0DFA-B0FD-427D-94DB-8881F9311BF1}" type="presParOf" srcId="{3F492188-59A6-414A-904A-3F9A0559FAA3}" destId="{DB78EDC3-E580-4010-BDB1-4F62C6EEF8DC}" srcOrd="1" destOrd="0" presId="urn:microsoft.com/office/officeart/2005/8/layout/hierarchy3"/>
    <dgm:cxn modelId="{EAA61C95-A490-4E9A-9A8D-5619558372A4}" type="presParOf" srcId="{DB78EDC3-E580-4010-BDB1-4F62C6EEF8DC}" destId="{9BE8F6D7-A6C1-4A83-81F6-62AE87738BED}" srcOrd="0" destOrd="0" presId="urn:microsoft.com/office/officeart/2005/8/layout/hierarchy3"/>
    <dgm:cxn modelId="{A0A8FE33-F029-489B-B7BB-D10DFE53C44B}" type="presParOf" srcId="{DB78EDC3-E580-4010-BDB1-4F62C6EEF8DC}" destId="{F7AE215E-07CF-44E5-A70B-387CF67A6D1A}" srcOrd="1" destOrd="0" presId="urn:microsoft.com/office/officeart/2005/8/layout/hierarchy3"/>
    <dgm:cxn modelId="{A15B63EE-7B55-4CD9-A9F7-05319EEB6672}" type="presParOf" srcId="{DB78EDC3-E580-4010-BDB1-4F62C6EEF8DC}" destId="{B331B248-D5A6-4B79-A841-6ADE46536D20}" srcOrd="2" destOrd="0" presId="urn:microsoft.com/office/officeart/2005/8/layout/hierarchy3"/>
    <dgm:cxn modelId="{63AB4945-E1A0-48A2-8D8B-A70EFD94E00F}" type="presParOf" srcId="{DB78EDC3-E580-4010-BDB1-4F62C6EEF8DC}" destId="{7B1F3F0D-4A2B-4A48-9316-3773DB7EAB9A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56A27-11F6-4CF8-B9F6-3E26A1B21ADC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22225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4513E-92CE-44EA-8C23-77A710CAFAC3}">
      <dsp:nvSpPr>
        <dsp:cNvPr id="0" name=""/>
        <dsp:cNvSpPr/>
      </dsp:nvSpPr>
      <dsp:spPr>
        <a:xfrm>
          <a:off x="434398" y="285347"/>
          <a:ext cx="7617019" cy="570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81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课题背景及研究的目的和意义</a:t>
          </a:r>
        </a:p>
      </dsp:txBody>
      <dsp:txXfrm>
        <a:off x="434398" y="285347"/>
        <a:ext cx="7617019" cy="570477"/>
      </dsp:txXfrm>
    </dsp:sp>
    <dsp:sp modelId="{7F664FE3-BB85-4C85-9AC3-938B655394D5}">
      <dsp:nvSpPr>
        <dsp:cNvPr id="0" name=""/>
        <dsp:cNvSpPr/>
      </dsp:nvSpPr>
      <dsp:spPr>
        <a:xfrm>
          <a:off x="77849" y="214037"/>
          <a:ext cx="713096" cy="7130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0B1DB-CD89-48CC-92BE-5ED41AE7848B}">
      <dsp:nvSpPr>
        <dsp:cNvPr id="0" name=""/>
        <dsp:cNvSpPr/>
      </dsp:nvSpPr>
      <dsp:spPr>
        <a:xfrm>
          <a:off x="903654" y="1140954"/>
          <a:ext cx="7147763" cy="570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81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研究现状及分析</a:t>
          </a:r>
        </a:p>
      </dsp:txBody>
      <dsp:txXfrm>
        <a:off x="903654" y="1140954"/>
        <a:ext cx="7147763" cy="570477"/>
      </dsp:txXfrm>
    </dsp:sp>
    <dsp:sp modelId="{A70C87FB-DF87-421E-9F40-709A0AE38589}">
      <dsp:nvSpPr>
        <dsp:cNvPr id="0" name=""/>
        <dsp:cNvSpPr/>
      </dsp:nvSpPr>
      <dsp:spPr>
        <a:xfrm>
          <a:off x="547106" y="1069644"/>
          <a:ext cx="713096" cy="7130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CF380-E9B4-407F-92BF-29695F3A1CF1}">
      <dsp:nvSpPr>
        <dsp:cNvPr id="0" name=""/>
        <dsp:cNvSpPr/>
      </dsp:nvSpPr>
      <dsp:spPr>
        <a:xfrm>
          <a:off x="1118233" y="1996562"/>
          <a:ext cx="6933183" cy="570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81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主要研究内容及研究方案</a:t>
          </a:r>
        </a:p>
      </dsp:txBody>
      <dsp:txXfrm>
        <a:off x="1118233" y="1996562"/>
        <a:ext cx="6933183" cy="570477"/>
      </dsp:txXfrm>
    </dsp:sp>
    <dsp:sp modelId="{78D0767C-5F20-4E5A-8923-89224327664E}">
      <dsp:nvSpPr>
        <dsp:cNvPr id="0" name=""/>
        <dsp:cNvSpPr/>
      </dsp:nvSpPr>
      <dsp:spPr>
        <a:xfrm>
          <a:off x="761685" y="1925252"/>
          <a:ext cx="713096" cy="7130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8BC88-94C8-4A29-BEC8-1FD7F0DAD4A4}">
      <dsp:nvSpPr>
        <dsp:cNvPr id="0" name=""/>
        <dsp:cNvSpPr/>
      </dsp:nvSpPr>
      <dsp:spPr>
        <a:xfrm>
          <a:off x="1118233" y="2851627"/>
          <a:ext cx="6933183" cy="570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81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进度安排及预期目标</a:t>
          </a:r>
        </a:p>
      </dsp:txBody>
      <dsp:txXfrm>
        <a:off x="1118233" y="2851627"/>
        <a:ext cx="6933183" cy="570477"/>
      </dsp:txXfrm>
    </dsp:sp>
    <dsp:sp modelId="{AFF40785-6B2B-493A-949C-BECC08B8B3F5}">
      <dsp:nvSpPr>
        <dsp:cNvPr id="0" name=""/>
        <dsp:cNvSpPr/>
      </dsp:nvSpPr>
      <dsp:spPr>
        <a:xfrm>
          <a:off x="761685" y="2780318"/>
          <a:ext cx="713096" cy="7130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AAE244-A731-413B-886C-7C661C2E79FC}">
      <dsp:nvSpPr>
        <dsp:cNvPr id="0" name=""/>
        <dsp:cNvSpPr/>
      </dsp:nvSpPr>
      <dsp:spPr>
        <a:xfrm>
          <a:off x="903654" y="3707235"/>
          <a:ext cx="7147763" cy="570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81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已具备和所需的条件和经费</a:t>
          </a:r>
        </a:p>
      </dsp:txBody>
      <dsp:txXfrm>
        <a:off x="903654" y="3707235"/>
        <a:ext cx="7147763" cy="570477"/>
      </dsp:txXfrm>
    </dsp:sp>
    <dsp:sp modelId="{094E9B7E-382E-4BA2-8A9F-909CB930D636}">
      <dsp:nvSpPr>
        <dsp:cNvPr id="0" name=""/>
        <dsp:cNvSpPr/>
      </dsp:nvSpPr>
      <dsp:spPr>
        <a:xfrm>
          <a:off x="547106" y="3635925"/>
          <a:ext cx="713096" cy="7130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DF07A-5270-47A9-89F7-11E115A18442}">
      <dsp:nvSpPr>
        <dsp:cNvPr id="0" name=""/>
        <dsp:cNvSpPr/>
      </dsp:nvSpPr>
      <dsp:spPr>
        <a:xfrm>
          <a:off x="434398" y="4562842"/>
          <a:ext cx="7617019" cy="5704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81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预计困难及解决方案</a:t>
          </a:r>
        </a:p>
      </dsp:txBody>
      <dsp:txXfrm>
        <a:off x="434398" y="4562842"/>
        <a:ext cx="7617019" cy="570477"/>
      </dsp:txXfrm>
    </dsp:sp>
    <dsp:sp modelId="{553A7E7E-00F3-4FDF-8CA5-188B842EDA3E}">
      <dsp:nvSpPr>
        <dsp:cNvPr id="0" name=""/>
        <dsp:cNvSpPr/>
      </dsp:nvSpPr>
      <dsp:spPr>
        <a:xfrm>
          <a:off x="77849" y="4491533"/>
          <a:ext cx="713096" cy="7130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6B999-B76C-4CAD-AB98-6577ABA54141}">
      <dsp:nvSpPr>
        <dsp:cNvPr id="0" name=""/>
        <dsp:cNvSpPr/>
      </dsp:nvSpPr>
      <dsp:spPr>
        <a:xfrm rot="16200000">
          <a:off x="-1016680" y="1019339"/>
          <a:ext cx="4647980" cy="2609301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4137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RISC-V</a:t>
          </a:r>
          <a:r>
            <a:rPr lang="zh-CN" altLang="en-US" sz="2200" kern="1200" dirty="0"/>
            <a:t>安全特性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700" kern="1200" dirty="0"/>
            <a:t>特权体系结构与隔离机制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PMP</a:t>
          </a:r>
          <a:r>
            <a:rPr lang="zh-CN" altLang="en-US" sz="1700" kern="1200" dirty="0"/>
            <a:t>（物理内存保护）</a:t>
          </a:r>
        </a:p>
      </dsp:txBody>
      <dsp:txXfrm rot="5400000">
        <a:off x="2659" y="929596"/>
        <a:ext cx="2609301" cy="2788788"/>
      </dsp:txXfrm>
    </dsp:sp>
    <dsp:sp modelId="{2EEF08B6-2D9B-47EB-BEBF-D63AC8057A7D}">
      <dsp:nvSpPr>
        <dsp:cNvPr id="0" name=""/>
        <dsp:cNvSpPr/>
      </dsp:nvSpPr>
      <dsp:spPr>
        <a:xfrm rot="16200000">
          <a:off x="1788318" y="1019339"/>
          <a:ext cx="4647980" cy="2609301"/>
        </a:xfrm>
        <a:prstGeom prst="flowChartManualOperation">
          <a:avLst/>
        </a:prstGeom>
        <a:solidFill>
          <a:schemeClr val="accent3">
            <a:hueOff val="-2800861"/>
            <a:satOff val="-15777"/>
            <a:lumOff val="581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4137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密码学算法与硬件加密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AES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Crypto</a:t>
          </a:r>
          <a:r>
            <a:rPr lang="zh-CN" altLang="en-US" sz="1700" kern="1200" dirty="0"/>
            <a:t>扩展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/>
            <a:t>Ascon</a:t>
          </a:r>
          <a:endParaRPr lang="zh-CN" altLang="en-US" sz="1700" kern="1200" dirty="0"/>
        </a:p>
      </dsp:txBody>
      <dsp:txXfrm rot="5400000">
        <a:off x="2807657" y="929596"/>
        <a:ext cx="2609301" cy="2788788"/>
      </dsp:txXfrm>
    </dsp:sp>
    <dsp:sp modelId="{A50BDE64-6FA7-4442-8EF7-904E62EDBEC4}">
      <dsp:nvSpPr>
        <dsp:cNvPr id="0" name=""/>
        <dsp:cNvSpPr/>
      </dsp:nvSpPr>
      <dsp:spPr>
        <a:xfrm rot="16200000">
          <a:off x="4593317" y="1019339"/>
          <a:ext cx="4647980" cy="2609301"/>
        </a:xfrm>
        <a:prstGeom prst="flowChartManualOperation">
          <a:avLst/>
        </a:prstGeom>
        <a:solidFill>
          <a:schemeClr val="accent3">
            <a:hueOff val="-5601721"/>
            <a:satOff val="-31553"/>
            <a:lumOff val="1163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4137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侧信道攻击与防护技术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RISC-V</a:t>
          </a:r>
          <a:r>
            <a:rPr lang="zh-CN" altLang="en-US" sz="1700" kern="1200" dirty="0"/>
            <a:t>助力现代处理器侧信道防护的研究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700" kern="1200" dirty="0"/>
            <a:t>掩码技术破坏统计学特征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700" kern="1200" dirty="0"/>
            <a:t>通用的常规侧信道漏洞检测方案</a:t>
          </a:r>
        </a:p>
      </dsp:txBody>
      <dsp:txXfrm rot="5400000">
        <a:off x="5612656" y="929596"/>
        <a:ext cx="2609301" cy="2788788"/>
      </dsp:txXfrm>
    </dsp:sp>
    <dsp:sp modelId="{8962BFB1-5A84-4260-9B18-C985AE6FB40A}">
      <dsp:nvSpPr>
        <dsp:cNvPr id="0" name=""/>
        <dsp:cNvSpPr/>
      </dsp:nvSpPr>
      <dsp:spPr>
        <a:xfrm rot="16200000">
          <a:off x="7398316" y="1019339"/>
          <a:ext cx="4647980" cy="2609301"/>
        </a:xfrm>
        <a:prstGeom prst="flowChartManualOperation">
          <a:avLst/>
        </a:prstGeom>
        <a:solidFill>
          <a:schemeClr val="accent3">
            <a:hueOff val="-8402582"/>
            <a:satOff val="-47330"/>
            <a:lumOff val="17451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4137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后量子密码学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700" kern="1200" dirty="0"/>
            <a:t>传统公钥密码学的弱点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SLH-DSA</a:t>
          </a:r>
          <a:r>
            <a:rPr lang="zh-CN" altLang="en-US" sz="1700" kern="1200" dirty="0"/>
            <a:t>（无状态散列数字签名算法）</a:t>
          </a:r>
        </a:p>
      </dsp:txBody>
      <dsp:txXfrm rot="5400000">
        <a:off x="8417655" y="929596"/>
        <a:ext cx="2609301" cy="2788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9CD88-1FD9-4D8B-B07D-7668BDDD68AE}">
      <dsp:nvSpPr>
        <dsp:cNvPr id="0" name=""/>
        <dsp:cNvSpPr/>
      </dsp:nvSpPr>
      <dsp:spPr>
        <a:xfrm>
          <a:off x="3446" y="48284"/>
          <a:ext cx="3360586" cy="9820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对称加密算法研究与技术对比</a:t>
          </a:r>
        </a:p>
      </dsp:txBody>
      <dsp:txXfrm>
        <a:off x="3446" y="48284"/>
        <a:ext cx="3360586" cy="982009"/>
      </dsp:txXfrm>
    </dsp:sp>
    <dsp:sp modelId="{03B1E52B-6D7D-4DBC-9312-AB7C88F9D210}">
      <dsp:nvSpPr>
        <dsp:cNvPr id="0" name=""/>
        <dsp:cNvSpPr/>
      </dsp:nvSpPr>
      <dsp:spPr>
        <a:xfrm>
          <a:off x="3446" y="1030294"/>
          <a:ext cx="3360586" cy="364604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基于</a:t>
          </a:r>
          <a:r>
            <a:rPr lang="en-US" altLang="zh-CN" sz="2300" kern="1200" dirty="0"/>
            <a:t>SAC</a:t>
          </a:r>
          <a:r>
            <a:rPr lang="zh-CN" altLang="en-US" sz="2300" kern="1200" dirty="0"/>
            <a:t>实现硬件</a:t>
          </a:r>
          <a:r>
            <a:rPr lang="en-US" altLang="zh-CN" sz="2300" kern="1200" dirty="0"/>
            <a:t>AES-128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基于</a:t>
          </a:r>
          <a:r>
            <a:rPr lang="en-US" altLang="zh-CN" sz="2300" kern="1200" dirty="0"/>
            <a:t>tiny-AES-c</a:t>
          </a:r>
          <a:r>
            <a:rPr lang="zh-CN" altLang="en-US" sz="2300" kern="1200" dirty="0"/>
            <a:t>库实现软件</a:t>
          </a:r>
          <a:r>
            <a:rPr lang="en-US" altLang="zh-CN" sz="2300" kern="1200" dirty="0"/>
            <a:t>AES-128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基于</a:t>
          </a:r>
          <a:r>
            <a:rPr lang="en-US" altLang="zh-CN" sz="2300" kern="1200" dirty="0"/>
            <a:t>ascon-c</a:t>
          </a:r>
          <a:r>
            <a:rPr lang="zh-CN" altLang="en-US" sz="2300" kern="1200" dirty="0"/>
            <a:t>库和</a:t>
          </a:r>
          <a:r>
            <a:rPr lang="en-US" altLang="zh-CN" sz="2300" kern="1200" dirty="0"/>
            <a:t>DMA</a:t>
          </a:r>
          <a:r>
            <a:rPr lang="zh-CN" altLang="en-US" sz="2300" kern="1200" dirty="0"/>
            <a:t>优化实现</a:t>
          </a:r>
          <a:r>
            <a:rPr lang="en-US" altLang="zh-CN" sz="2300" kern="1200" dirty="0"/>
            <a:t>Ascon-128a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量化对比三种实现的性能指标</a:t>
          </a:r>
        </a:p>
      </dsp:txBody>
      <dsp:txXfrm>
        <a:off x="3446" y="1030294"/>
        <a:ext cx="3360586" cy="3646046"/>
      </dsp:txXfrm>
    </dsp:sp>
    <dsp:sp modelId="{6F90DC0D-0017-4EA9-B87C-EF43DE31EB11}">
      <dsp:nvSpPr>
        <dsp:cNvPr id="0" name=""/>
        <dsp:cNvSpPr/>
      </dsp:nvSpPr>
      <dsp:spPr>
        <a:xfrm>
          <a:off x="3834514" y="48284"/>
          <a:ext cx="3360586" cy="982009"/>
        </a:xfrm>
        <a:prstGeom prst="rect">
          <a:avLst/>
        </a:prstGeom>
        <a:solidFill>
          <a:schemeClr val="accent2">
            <a:hueOff val="595867"/>
            <a:satOff val="3457"/>
            <a:lumOff val="3432"/>
            <a:alphaOff val="0"/>
          </a:schemeClr>
        </a:solidFill>
        <a:ln w="22225" cap="rnd" cmpd="sng" algn="ctr">
          <a:solidFill>
            <a:schemeClr val="accent2">
              <a:hueOff val="595867"/>
              <a:satOff val="3457"/>
              <a:lumOff val="3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后量子签名技术应用与固件完整性校验</a:t>
          </a:r>
        </a:p>
      </dsp:txBody>
      <dsp:txXfrm>
        <a:off x="3834514" y="48284"/>
        <a:ext cx="3360586" cy="982009"/>
      </dsp:txXfrm>
    </dsp:sp>
    <dsp:sp modelId="{ABE5FB12-48DD-4646-B6B6-9ED3BE3547D2}">
      <dsp:nvSpPr>
        <dsp:cNvPr id="0" name=""/>
        <dsp:cNvSpPr/>
      </dsp:nvSpPr>
      <dsp:spPr>
        <a:xfrm>
          <a:off x="3834514" y="1030294"/>
          <a:ext cx="3360586" cy="3646046"/>
        </a:xfrm>
        <a:prstGeom prst="rect">
          <a:avLst/>
        </a:prstGeom>
        <a:solidFill>
          <a:schemeClr val="accent2">
            <a:tint val="40000"/>
            <a:alpha val="90000"/>
            <a:hueOff val="522394"/>
            <a:satOff val="6723"/>
            <a:lumOff val="875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522394"/>
              <a:satOff val="6723"/>
              <a:lumOff val="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基于</a:t>
          </a:r>
          <a:r>
            <a:rPr lang="en-US" altLang="zh-CN" sz="2300" kern="1200" dirty="0"/>
            <a:t>SLH-DSA</a:t>
          </a:r>
          <a:r>
            <a:rPr lang="zh-CN" altLang="en-US" sz="2300" kern="1200" dirty="0"/>
            <a:t>的</a:t>
          </a:r>
          <a:r>
            <a:rPr lang="en-US" altLang="zh-CN" sz="2300" kern="1200" dirty="0"/>
            <a:t>C</a:t>
          </a:r>
          <a:r>
            <a:rPr lang="zh-CN" altLang="en-US" sz="2300" kern="1200" dirty="0"/>
            <a:t>语言开源库实现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利用</a:t>
          </a:r>
          <a:r>
            <a:rPr lang="en-US" altLang="zh-CN" sz="2300" kern="1200" dirty="0"/>
            <a:t>SAC</a:t>
          </a:r>
          <a:r>
            <a:rPr lang="zh-CN" altLang="en-US" sz="2300" kern="1200" dirty="0"/>
            <a:t>实现硬件哈希加速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300" kern="1200" dirty="0"/>
            <a:t>Bootloader</a:t>
          </a:r>
          <a:r>
            <a:rPr lang="zh-CN" altLang="en-US" sz="2300" kern="1200" dirty="0"/>
            <a:t>：安全启动流程验证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引入</a:t>
          </a:r>
          <a:r>
            <a:rPr lang="en-US" altLang="zh-CN" sz="2300" kern="1200" dirty="0"/>
            <a:t>SLH-DSA</a:t>
          </a:r>
          <a:r>
            <a:rPr lang="zh-CN" altLang="en-US" sz="2300" kern="1200" dirty="0"/>
            <a:t>作为数字签名验证算法</a:t>
          </a:r>
        </a:p>
      </dsp:txBody>
      <dsp:txXfrm>
        <a:off x="3834514" y="1030294"/>
        <a:ext cx="3360586" cy="3646046"/>
      </dsp:txXfrm>
    </dsp:sp>
    <dsp:sp modelId="{4EF03167-36E4-4DE4-B642-990BF0736BE9}">
      <dsp:nvSpPr>
        <dsp:cNvPr id="0" name=""/>
        <dsp:cNvSpPr/>
      </dsp:nvSpPr>
      <dsp:spPr>
        <a:xfrm>
          <a:off x="7665583" y="48284"/>
          <a:ext cx="3360586" cy="982009"/>
        </a:xfrm>
        <a:prstGeom prst="rect">
          <a:avLst/>
        </a:prstGeom>
        <a:solidFill>
          <a:schemeClr val="accent2">
            <a:hueOff val="1191735"/>
            <a:satOff val="6913"/>
            <a:lumOff val="6864"/>
            <a:alphaOff val="0"/>
          </a:schemeClr>
        </a:solidFill>
        <a:ln w="22225" cap="rnd" cmpd="sng" algn="ctr">
          <a:solidFill>
            <a:schemeClr val="accent2">
              <a:hueOff val="1191735"/>
              <a:satOff val="6913"/>
              <a:lumOff val="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侧信道防护优化</a:t>
          </a:r>
        </a:p>
      </dsp:txBody>
      <dsp:txXfrm>
        <a:off x="7665583" y="48284"/>
        <a:ext cx="3360586" cy="982009"/>
      </dsp:txXfrm>
    </dsp:sp>
    <dsp:sp modelId="{58171490-A211-436A-8826-A08F1F6C0289}">
      <dsp:nvSpPr>
        <dsp:cNvPr id="0" name=""/>
        <dsp:cNvSpPr/>
      </dsp:nvSpPr>
      <dsp:spPr>
        <a:xfrm>
          <a:off x="7665583" y="1030294"/>
          <a:ext cx="3360586" cy="3646046"/>
        </a:xfrm>
        <a:prstGeom prst="rect">
          <a:avLst/>
        </a:prstGeom>
        <a:solidFill>
          <a:schemeClr val="accent2">
            <a:tint val="40000"/>
            <a:alpha val="90000"/>
            <a:hueOff val="1044789"/>
            <a:satOff val="13446"/>
            <a:lumOff val="1751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1044789"/>
              <a:satOff val="13446"/>
              <a:lumOff val="17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使能</a:t>
          </a:r>
          <a:r>
            <a:rPr lang="en-US" altLang="zh-CN" sz="2300" kern="1200" dirty="0"/>
            <a:t>TRNG</a:t>
          </a:r>
          <a:r>
            <a:rPr lang="zh-CN" altLang="en-US" sz="2300" kern="1200" dirty="0"/>
            <a:t>产生随机数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将掩码与</a:t>
          </a:r>
          <a:r>
            <a:rPr lang="en-US" altLang="zh-CN" sz="2300" kern="1200" dirty="0"/>
            <a:t>AES</a:t>
          </a:r>
          <a:r>
            <a:rPr lang="zh-CN" altLang="en-US" sz="2300" kern="1200" dirty="0"/>
            <a:t>明文、密钥、</a:t>
          </a:r>
          <a:r>
            <a:rPr lang="en-US" altLang="zh-CN" sz="2300" kern="1200" dirty="0"/>
            <a:t>Ascon</a:t>
          </a:r>
          <a:r>
            <a:rPr lang="zh-CN" altLang="en-US" sz="2300" kern="1200" dirty="0"/>
            <a:t>寄存器在传递前后异或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使用掩码盲化</a:t>
          </a:r>
          <a:r>
            <a:rPr lang="en-US" altLang="zh-CN" sz="2300" kern="1200" dirty="0"/>
            <a:t>SLH-DSA</a:t>
          </a:r>
          <a:r>
            <a:rPr lang="zh-CN" altLang="en-US" sz="2300" kern="1200" dirty="0"/>
            <a:t>的私钥种子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使用</a:t>
          </a:r>
          <a:r>
            <a:rPr lang="en-US" altLang="zh-CN" sz="2300" kern="1200" dirty="0"/>
            <a:t>TVLA</a:t>
          </a:r>
          <a:r>
            <a:rPr lang="zh-CN" altLang="en-US" sz="2300" kern="1200" dirty="0"/>
            <a:t>对功耗做测试验证防护成果</a:t>
          </a:r>
        </a:p>
      </dsp:txBody>
      <dsp:txXfrm>
        <a:off x="7665583" y="1030294"/>
        <a:ext cx="3360586" cy="36460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1FFF1-68E7-4227-B5A2-D48319880407}">
      <dsp:nvSpPr>
        <dsp:cNvPr id="0" name=""/>
        <dsp:cNvSpPr/>
      </dsp:nvSpPr>
      <dsp:spPr>
        <a:xfrm>
          <a:off x="9599" y="1409859"/>
          <a:ext cx="1546876" cy="77343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官方文档缺失</a:t>
          </a:r>
        </a:p>
      </dsp:txBody>
      <dsp:txXfrm>
        <a:off x="32252" y="1432512"/>
        <a:ext cx="1501570" cy="728132"/>
      </dsp:txXfrm>
    </dsp:sp>
    <dsp:sp modelId="{B06A424B-6000-4DF5-8A85-70B4959097E2}">
      <dsp:nvSpPr>
        <dsp:cNvPr id="0" name=""/>
        <dsp:cNvSpPr/>
      </dsp:nvSpPr>
      <dsp:spPr>
        <a:xfrm>
          <a:off x="164287" y="2183298"/>
          <a:ext cx="154687" cy="580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078"/>
              </a:lnTo>
              <a:lnTo>
                <a:pt x="154687" y="580078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ADDB3-1240-4193-BDBA-48F33B260C7E}">
      <dsp:nvSpPr>
        <dsp:cNvPr id="0" name=""/>
        <dsp:cNvSpPr/>
      </dsp:nvSpPr>
      <dsp:spPr>
        <a:xfrm>
          <a:off x="318974" y="2376657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充分利用</a:t>
          </a:r>
          <a:r>
            <a:rPr lang="en-US" altLang="zh-CN" sz="1200" kern="1200" dirty="0"/>
            <a:t>SDK</a:t>
          </a:r>
          <a:r>
            <a:rPr lang="zh-CN" altLang="en-US" sz="1200" kern="1200" dirty="0"/>
            <a:t>文件</a:t>
          </a:r>
        </a:p>
      </dsp:txBody>
      <dsp:txXfrm>
        <a:off x="341627" y="2399310"/>
        <a:ext cx="1192195" cy="728132"/>
      </dsp:txXfrm>
    </dsp:sp>
    <dsp:sp modelId="{1DEB686F-0686-48C4-96E5-16F2E6CA998B}">
      <dsp:nvSpPr>
        <dsp:cNvPr id="0" name=""/>
        <dsp:cNvSpPr/>
      </dsp:nvSpPr>
      <dsp:spPr>
        <a:xfrm>
          <a:off x="164287" y="2183298"/>
          <a:ext cx="154687" cy="1546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876"/>
              </a:lnTo>
              <a:lnTo>
                <a:pt x="154687" y="1546876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AF2E6B-9022-4A7A-80DD-C33E4AB6E832}">
      <dsp:nvSpPr>
        <dsp:cNvPr id="0" name=""/>
        <dsp:cNvSpPr/>
      </dsp:nvSpPr>
      <dsp:spPr>
        <a:xfrm>
          <a:off x="318974" y="3343455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替换官方设置</a:t>
          </a:r>
        </a:p>
      </dsp:txBody>
      <dsp:txXfrm>
        <a:off x="341627" y="3366108"/>
        <a:ext cx="1192195" cy="728132"/>
      </dsp:txXfrm>
    </dsp:sp>
    <dsp:sp modelId="{03D05C6C-EACA-4F9E-85EA-AB346E129B8E}">
      <dsp:nvSpPr>
        <dsp:cNvPr id="0" name=""/>
        <dsp:cNvSpPr/>
      </dsp:nvSpPr>
      <dsp:spPr>
        <a:xfrm>
          <a:off x="1943195" y="1409859"/>
          <a:ext cx="1546876" cy="7734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SAC</a:t>
          </a:r>
          <a:r>
            <a:rPr lang="zh-CN" altLang="en-US" sz="1900" kern="1200" dirty="0"/>
            <a:t>模块配置复杂</a:t>
          </a:r>
        </a:p>
      </dsp:txBody>
      <dsp:txXfrm>
        <a:off x="1965848" y="1432512"/>
        <a:ext cx="1501570" cy="728132"/>
      </dsp:txXfrm>
    </dsp:sp>
    <dsp:sp modelId="{F5A1EF7E-749B-493F-B31A-D1AF9604FEDC}">
      <dsp:nvSpPr>
        <dsp:cNvPr id="0" name=""/>
        <dsp:cNvSpPr/>
      </dsp:nvSpPr>
      <dsp:spPr>
        <a:xfrm>
          <a:off x="2097883" y="2183298"/>
          <a:ext cx="154687" cy="580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078"/>
              </a:lnTo>
              <a:lnTo>
                <a:pt x="154687" y="580078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7353ED-3CE5-4A15-A91B-73B3EAF311B9}">
      <dsp:nvSpPr>
        <dsp:cNvPr id="0" name=""/>
        <dsp:cNvSpPr/>
      </dsp:nvSpPr>
      <dsp:spPr>
        <a:xfrm>
          <a:off x="2252571" y="2376657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分步调试</a:t>
          </a:r>
        </a:p>
      </dsp:txBody>
      <dsp:txXfrm>
        <a:off x="2275224" y="2399310"/>
        <a:ext cx="1192195" cy="728132"/>
      </dsp:txXfrm>
    </dsp:sp>
    <dsp:sp modelId="{408D1673-9A9F-40D8-B062-249149864246}">
      <dsp:nvSpPr>
        <dsp:cNvPr id="0" name=""/>
        <dsp:cNvSpPr/>
      </dsp:nvSpPr>
      <dsp:spPr>
        <a:xfrm>
          <a:off x="2097883" y="2183298"/>
          <a:ext cx="154687" cy="1546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876"/>
              </a:lnTo>
              <a:lnTo>
                <a:pt x="154687" y="1546876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FDFCAC-A875-4BE2-90CC-8653AB317972}">
      <dsp:nvSpPr>
        <dsp:cNvPr id="0" name=""/>
        <dsp:cNvSpPr/>
      </dsp:nvSpPr>
      <dsp:spPr>
        <a:xfrm>
          <a:off x="2252571" y="3343455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监视寄存器状态</a:t>
          </a:r>
        </a:p>
      </dsp:txBody>
      <dsp:txXfrm>
        <a:off x="2275224" y="3366108"/>
        <a:ext cx="1192195" cy="728132"/>
      </dsp:txXfrm>
    </dsp:sp>
    <dsp:sp modelId="{F6507910-5B2B-4C70-9244-AA750CED201A}">
      <dsp:nvSpPr>
        <dsp:cNvPr id="0" name=""/>
        <dsp:cNvSpPr/>
      </dsp:nvSpPr>
      <dsp:spPr>
        <a:xfrm>
          <a:off x="3876791" y="1409859"/>
          <a:ext cx="1546876" cy="7734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硬件资源受限</a:t>
          </a:r>
        </a:p>
      </dsp:txBody>
      <dsp:txXfrm>
        <a:off x="3899444" y="1432512"/>
        <a:ext cx="1501570" cy="728132"/>
      </dsp:txXfrm>
    </dsp:sp>
    <dsp:sp modelId="{A7D89DBE-769C-4BBD-B741-A95AE41E4275}">
      <dsp:nvSpPr>
        <dsp:cNvPr id="0" name=""/>
        <dsp:cNvSpPr/>
      </dsp:nvSpPr>
      <dsp:spPr>
        <a:xfrm>
          <a:off x="4031479" y="2183298"/>
          <a:ext cx="154687" cy="580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078"/>
              </a:lnTo>
              <a:lnTo>
                <a:pt x="154687" y="580078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C8257-045E-4F9A-944C-5273121919CA}">
      <dsp:nvSpPr>
        <dsp:cNvPr id="0" name=""/>
        <dsp:cNvSpPr/>
      </dsp:nvSpPr>
      <dsp:spPr>
        <a:xfrm>
          <a:off x="4186167" y="2376657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充分利用</a:t>
          </a:r>
          <a:r>
            <a:rPr lang="en-US" altLang="zh-CN" sz="1200" kern="1200" dirty="0"/>
            <a:t>DMA</a:t>
          </a:r>
          <a:endParaRPr lang="zh-CN" altLang="en-US" sz="1200" kern="1200" dirty="0"/>
        </a:p>
      </dsp:txBody>
      <dsp:txXfrm>
        <a:off x="4208820" y="2399310"/>
        <a:ext cx="1192195" cy="728132"/>
      </dsp:txXfrm>
    </dsp:sp>
    <dsp:sp modelId="{7AE1EA4E-334C-43F5-99C2-37D8DD2AE005}">
      <dsp:nvSpPr>
        <dsp:cNvPr id="0" name=""/>
        <dsp:cNvSpPr/>
      </dsp:nvSpPr>
      <dsp:spPr>
        <a:xfrm>
          <a:off x="4031479" y="2183298"/>
          <a:ext cx="154687" cy="1546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876"/>
              </a:lnTo>
              <a:lnTo>
                <a:pt x="154687" y="1546876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CAADF1-4BAA-49ED-B4E5-27CC2838ADE3}">
      <dsp:nvSpPr>
        <dsp:cNvPr id="0" name=""/>
        <dsp:cNvSpPr/>
      </dsp:nvSpPr>
      <dsp:spPr>
        <a:xfrm>
          <a:off x="4186167" y="3343455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降低加密算法的性能</a:t>
          </a:r>
        </a:p>
      </dsp:txBody>
      <dsp:txXfrm>
        <a:off x="4208820" y="3366108"/>
        <a:ext cx="1192195" cy="728132"/>
      </dsp:txXfrm>
    </dsp:sp>
    <dsp:sp modelId="{20CD9A5D-1BFF-4C5F-AF47-2BF5763A0319}">
      <dsp:nvSpPr>
        <dsp:cNvPr id="0" name=""/>
        <dsp:cNvSpPr/>
      </dsp:nvSpPr>
      <dsp:spPr>
        <a:xfrm>
          <a:off x="5810388" y="1409859"/>
          <a:ext cx="1546876" cy="7734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指标测定方法理想化</a:t>
          </a:r>
        </a:p>
      </dsp:txBody>
      <dsp:txXfrm>
        <a:off x="5833041" y="1432512"/>
        <a:ext cx="1501570" cy="728132"/>
      </dsp:txXfrm>
    </dsp:sp>
    <dsp:sp modelId="{3CF671D7-7297-421D-BE38-061E428805F8}">
      <dsp:nvSpPr>
        <dsp:cNvPr id="0" name=""/>
        <dsp:cNvSpPr/>
      </dsp:nvSpPr>
      <dsp:spPr>
        <a:xfrm>
          <a:off x="5965075" y="2183298"/>
          <a:ext cx="154687" cy="580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078"/>
              </a:lnTo>
              <a:lnTo>
                <a:pt x="154687" y="580078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C9058D-E83D-4925-AEC9-3AA4ECEAD6F4}">
      <dsp:nvSpPr>
        <dsp:cNvPr id="0" name=""/>
        <dsp:cNvSpPr/>
      </dsp:nvSpPr>
      <dsp:spPr>
        <a:xfrm>
          <a:off x="6119763" y="2376657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先确保各模块功能正确</a:t>
          </a:r>
        </a:p>
      </dsp:txBody>
      <dsp:txXfrm>
        <a:off x="6142416" y="2399310"/>
        <a:ext cx="1192195" cy="728132"/>
      </dsp:txXfrm>
    </dsp:sp>
    <dsp:sp modelId="{4E8CC1E1-53BC-45EF-94A8-17AD10C9CF3B}">
      <dsp:nvSpPr>
        <dsp:cNvPr id="0" name=""/>
        <dsp:cNvSpPr/>
      </dsp:nvSpPr>
      <dsp:spPr>
        <a:xfrm>
          <a:off x="5965075" y="2183298"/>
          <a:ext cx="154687" cy="1546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876"/>
              </a:lnTo>
              <a:lnTo>
                <a:pt x="154687" y="1546876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D30EB-6E22-43FD-9B3C-3B21EDBF0B94}">
      <dsp:nvSpPr>
        <dsp:cNvPr id="0" name=""/>
        <dsp:cNvSpPr/>
      </dsp:nvSpPr>
      <dsp:spPr>
        <a:xfrm>
          <a:off x="6119763" y="3343455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条件不允许则转为定性分析</a:t>
          </a:r>
        </a:p>
      </dsp:txBody>
      <dsp:txXfrm>
        <a:off x="6142416" y="3366108"/>
        <a:ext cx="1192195" cy="728132"/>
      </dsp:txXfrm>
    </dsp:sp>
    <dsp:sp modelId="{0B012902-6658-464A-B210-B7ADFF50C4DD}">
      <dsp:nvSpPr>
        <dsp:cNvPr id="0" name=""/>
        <dsp:cNvSpPr/>
      </dsp:nvSpPr>
      <dsp:spPr>
        <a:xfrm>
          <a:off x="7743984" y="1409859"/>
          <a:ext cx="1546876" cy="77343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SLH-DSA</a:t>
          </a:r>
          <a:r>
            <a:rPr lang="zh-CN" altLang="en-US" sz="1900" kern="1200" dirty="0"/>
            <a:t>性能低</a:t>
          </a:r>
        </a:p>
      </dsp:txBody>
      <dsp:txXfrm>
        <a:off x="7766637" y="1432512"/>
        <a:ext cx="1501570" cy="728132"/>
      </dsp:txXfrm>
    </dsp:sp>
    <dsp:sp modelId="{54D2EF58-8445-41F9-A323-C1A2F915FC5D}">
      <dsp:nvSpPr>
        <dsp:cNvPr id="0" name=""/>
        <dsp:cNvSpPr/>
      </dsp:nvSpPr>
      <dsp:spPr>
        <a:xfrm>
          <a:off x="7898672" y="2183298"/>
          <a:ext cx="154687" cy="580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078"/>
              </a:lnTo>
              <a:lnTo>
                <a:pt x="154687" y="580078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9FB2D7-2304-4B93-B339-9E38441A73BC}">
      <dsp:nvSpPr>
        <dsp:cNvPr id="0" name=""/>
        <dsp:cNvSpPr/>
      </dsp:nvSpPr>
      <dsp:spPr>
        <a:xfrm>
          <a:off x="8053359" y="2376657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优化哈希计算、</a:t>
          </a:r>
          <a:r>
            <a:rPr lang="en-US" altLang="zh-CN" sz="1200" kern="1200" dirty="0"/>
            <a:t>DMA</a:t>
          </a:r>
          <a:r>
            <a:rPr lang="zh-CN" altLang="en-US" sz="1200" kern="1200" dirty="0"/>
            <a:t>缓解</a:t>
          </a:r>
          <a:r>
            <a:rPr lang="en-US" altLang="zh-CN" sz="1200" kern="1200" dirty="0"/>
            <a:t>CPU</a:t>
          </a:r>
          <a:r>
            <a:rPr lang="zh-CN" altLang="en-US" sz="1200" kern="1200" dirty="0"/>
            <a:t>压力</a:t>
          </a:r>
        </a:p>
      </dsp:txBody>
      <dsp:txXfrm>
        <a:off x="8076012" y="2399310"/>
        <a:ext cx="1192195" cy="728132"/>
      </dsp:txXfrm>
    </dsp:sp>
    <dsp:sp modelId="{4D80DE6C-B7E9-4FCE-BF90-9BB16FB13552}">
      <dsp:nvSpPr>
        <dsp:cNvPr id="0" name=""/>
        <dsp:cNvSpPr/>
      </dsp:nvSpPr>
      <dsp:spPr>
        <a:xfrm>
          <a:off x="7898672" y="2183298"/>
          <a:ext cx="154687" cy="1546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876"/>
              </a:lnTo>
              <a:lnTo>
                <a:pt x="154687" y="1546876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D1EC0-1E6E-48D2-92D7-8B389B48E0E8}">
      <dsp:nvSpPr>
        <dsp:cNvPr id="0" name=""/>
        <dsp:cNvSpPr/>
      </dsp:nvSpPr>
      <dsp:spPr>
        <a:xfrm>
          <a:off x="8053359" y="3343455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无法进一步优化则换为简单的</a:t>
          </a:r>
          <a:r>
            <a:rPr lang="en-US" altLang="zh-CN" sz="1200" kern="1200" dirty="0"/>
            <a:t>SHA</a:t>
          </a:r>
          <a:r>
            <a:rPr lang="zh-CN" altLang="en-US" sz="1200" kern="1200" dirty="0"/>
            <a:t>签名</a:t>
          </a:r>
          <a:r>
            <a:rPr lang="en-US" altLang="zh-CN" sz="1200" kern="1200" dirty="0"/>
            <a:t>/</a:t>
          </a:r>
          <a:r>
            <a:rPr lang="zh-CN" altLang="en-US" sz="1200" kern="1200" dirty="0"/>
            <a:t>认证</a:t>
          </a:r>
        </a:p>
      </dsp:txBody>
      <dsp:txXfrm>
        <a:off x="8076012" y="3366108"/>
        <a:ext cx="1192195" cy="728132"/>
      </dsp:txXfrm>
    </dsp:sp>
    <dsp:sp modelId="{0BDD030B-EB79-4CA8-BAD4-A887DEB54EFB}">
      <dsp:nvSpPr>
        <dsp:cNvPr id="0" name=""/>
        <dsp:cNvSpPr/>
      </dsp:nvSpPr>
      <dsp:spPr>
        <a:xfrm>
          <a:off x="9677580" y="1409859"/>
          <a:ext cx="1546876" cy="77343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系统集成潜在困难</a:t>
          </a:r>
        </a:p>
      </dsp:txBody>
      <dsp:txXfrm>
        <a:off x="9700233" y="1432512"/>
        <a:ext cx="1501570" cy="728132"/>
      </dsp:txXfrm>
    </dsp:sp>
    <dsp:sp modelId="{9BE8F6D7-A6C1-4A83-81F6-62AE87738BED}">
      <dsp:nvSpPr>
        <dsp:cNvPr id="0" name=""/>
        <dsp:cNvSpPr/>
      </dsp:nvSpPr>
      <dsp:spPr>
        <a:xfrm>
          <a:off x="9832268" y="2183298"/>
          <a:ext cx="154687" cy="580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078"/>
              </a:lnTo>
              <a:lnTo>
                <a:pt x="154687" y="580078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AE215E-07CF-44E5-A70B-387CF67A6D1A}">
      <dsp:nvSpPr>
        <dsp:cNvPr id="0" name=""/>
        <dsp:cNvSpPr/>
      </dsp:nvSpPr>
      <dsp:spPr>
        <a:xfrm>
          <a:off x="9986955" y="2376657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严格对照寄存器地址</a:t>
          </a:r>
        </a:p>
      </dsp:txBody>
      <dsp:txXfrm>
        <a:off x="10009608" y="2399310"/>
        <a:ext cx="1192195" cy="728132"/>
      </dsp:txXfrm>
    </dsp:sp>
    <dsp:sp modelId="{B331B248-D5A6-4B79-A841-6ADE46536D20}">
      <dsp:nvSpPr>
        <dsp:cNvPr id="0" name=""/>
        <dsp:cNvSpPr/>
      </dsp:nvSpPr>
      <dsp:spPr>
        <a:xfrm>
          <a:off x="9832268" y="2183298"/>
          <a:ext cx="154687" cy="1546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876"/>
              </a:lnTo>
              <a:lnTo>
                <a:pt x="154687" y="1546876"/>
              </a:lnTo>
            </a:path>
          </a:pathLst>
        </a:custGeom>
        <a:noFill/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F3F0D-4A2B-4A48-9316-3773DB7EAB9A}">
      <dsp:nvSpPr>
        <dsp:cNvPr id="0" name=""/>
        <dsp:cNvSpPr/>
      </dsp:nvSpPr>
      <dsp:spPr>
        <a:xfrm>
          <a:off x="9986955" y="3343455"/>
          <a:ext cx="1237501" cy="77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无法解决则放弃集成，先确保子模块成功</a:t>
          </a:r>
        </a:p>
      </dsp:txBody>
      <dsp:txXfrm>
        <a:off x="10009608" y="3366108"/>
        <a:ext cx="1192195" cy="728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36BEA-8935-42D1-BCAC-3456019947D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EB26F-CAC2-4D03-9168-3658A7D4C4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77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EB26F-CAC2-4D03-9168-3658A7D4C4D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8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66F74-7F3B-CA64-C905-7317E42DD1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RISC-V</a:t>
            </a:r>
            <a:r>
              <a:rPr lang="zh-CN" altLang="en-US" dirty="0"/>
              <a:t>架构的轻量级嵌入式安全保护系统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B60E77-1DF6-8D65-F4E5-5EB719EED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报告人：常伯符</a:t>
            </a:r>
            <a:endParaRPr lang="en-US" altLang="zh-CN" dirty="0"/>
          </a:p>
          <a:p>
            <a:r>
              <a:rPr lang="zh-CN" altLang="en-US" dirty="0"/>
              <a:t>指导老师：熊昊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374920-CDE2-7897-7896-230FE49BEAF2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672835" y="5391036"/>
            <a:ext cx="4846330" cy="893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1500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竖排标题 3">
            <a:extLst>
              <a:ext uri="{FF2B5EF4-FFF2-40B4-BE49-F238E27FC236}">
                <a16:creationId xmlns:a16="http://schemas.microsoft.com/office/drawing/2014/main" id="{95B3ACA5-9CFC-F9D4-8568-3E7005025730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32268D-9E6D-0CC4-E1C6-C449D205393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8839201" y="5855517"/>
            <a:ext cx="2875807" cy="529944"/>
          </a:xfrm>
          <a:prstGeom prst="rect">
            <a:avLst/>
          </a:prstGeom>
          <a:noFill/>
        </p:spPr>
      </p:pic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D9AAF904-1D83-A3ED-4729-D791750522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1710943"/>
              </p:ext>
            </p:extLst>
          </p:nvPr>
        </p:nvGraphicFramePr>
        <p:xfrm>
          <a:off x="523834" y="68042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684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F01CBA-BE18-B78D-FF87-BDB6AD8C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课题背景及研究的目的和意义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0C0C1A-6184-472F-9C86-12BCD976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E13AD59C-DC5E-E292-FFD0-ACB67E6197D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834" y="5000219"/>
            <a:ext cx="2650332" cy="13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3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D8BEC2AB-EE5D-48AC-0A0B-578ABF4C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课题背景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E700CA1-3BC1-3C4A-865D-2E3D85DAA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844" y="1876301"/>
            <a:ext cx="4497747" cy="27386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EE02951-1E57-46D2-A1BE-DCBAA24789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29703" y="5863370"/>
            <a:ext cx="2875807" cy="529944"/>
          </a:xfrm>
          <a:prstGeom prst="rect">
            <a:avLst/>
          </a:prstGeom>
          <a:noFill/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27ABB3E-636E-BBE9-BDC5-3F7531CA9E19}"/>
              </a:ext>
            </a:extLst>
          </p:cNvPr>
          <p:cNvSpPr txBox="1"/>
          <p:nvPr/>
        </p:nvSpPr>
        <p:spPr>
          <a:xfrm>
            <a:off x="386970" y="1977241"/>
            <a:ext cx="6679870" cy="4613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</a:rPr>
              <a:t>物联网时代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超过</a:t>
            </a:r>
            <a:r>
              <a:rPr lang="en-US" altLang="zh-CN" dirty="0"/>
              <a:t>198</a:t>
            </a:r>
            <a:r>
              <a:rPr lang="zh-CN" altLang="en-US" dirty="0"/>
              <a:t>亿台</a:t>
            </a:r>
            <a:r>
              <a:rPr lang="en-US" altLang="zh-CN" dirty="0"/>
              <a:t>IoT</a:t>
            </a:r>
            <a:r>
              <a:rPr lang="zh-CN" altLang="en-US" dirty="0"/>
              <a:t>设备入网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大量资源受限设备暴露在复杂环境中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2"/>
                </a:solidFill>
              </a:rPr>
              <a:t>RISC-V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开源性、模块化、轻量级、免版税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多种安全特性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</a:rPr>
              <a:t>面临挑战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PMP</a:t>
            </a:r>
            <a:r>
              <a:rPr lang="zh-CN" altLang="en-US" dirty="0"/>
              <a:t>配置错误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固件篡改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侧信道攻击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中低端</a:t>
            </a:r>
            <a:r>
              <a:rPr lang="en-US" altLang="zh-CN" dirty="0"/>
              <a:t>MCU</a:t>
            </a:r>
            <a:r>
              <a:rPr lang="zh-CN" altLang="en-US" dirty="0"/>
              <a:t>实证研究匮乏</a:t>
            </a:r>
          </a:p>
        </p:txBody>
      </p:sp>
    </p:spTree>
    <p:extLst>
      <p:ext uri="{BB962C8B-B14F-4D97-AF65-F5344CB8AC3E}">
        <p14:creationId xmlns:p14="http://schemas.microsoft.com/office/powerpoint/2010/main" val="52135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B6D51-A721-E5F9-AE19-C84208C9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研究的目的与意义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1F0EF1-B22F-EA3A-9A23-601DE749714C}"/>
              </a:ext>
            </a:extLst>
          </p:cNvPr>
          <p:cNvSpPr txBox="1"/>
          <p:nvPr/>
        </p:nvSpPr>
        <p:spPr>
          <a:xfrm>
            <a:off x="439387" y="2006930"/>
            <a:ext cx="5656613" cy="2120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研究动机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研究重点在高性能处理器，适于</a:t>
            </a:r>
            <a:r>
              <a:rPr lang="en-US" altLang="zh-CN" dirty="0"/>
              <a:t>IoT</a:t>
            </a:r>
            <a:r>
              <a:rPr lang="zh-CN" altLang="en-US" dirty="0"/>
              <a:t>设备的中低端</a:t>
            </a:r>
            <a:r>
              <a:rPr lang="en-US" altLang="zh-CN" dirty="0"/>
              <a:t>MCU</a:t>
            </a:r>
            <a:r>
              <a:rPr lang="zh-CN" altLang="en-US" dirty="0"/>
              <a:t>平台的研究较少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安全与性能的平衡问题：软件实现与硬件优化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新型威胁：侧信道、量子电脑等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79B7A0-FF79-1E69-AB49-1BC87670D497}"/>
              </a:ext>
            </a:extLst>
          </p:cNvPr>
          <p:cNvSpPr txBox="1"/>
          <p:nvPr/>
        </p:nvSpPr>
        <p:spPr>
          <a:xfrm>
            <a:off x="6090702" y="2006929"/>
            <a:ext cx="5514808" cy="1705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研究意义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填补中低端</a:t>
            </a:r>
            <a:r>
              <a:rPr lang="en-US" altLang="zh-CN" dirty="0"/>
              <a:t>MCU</a:t>
            </a:r>
            <a:r>
              <a:rPr lang="zh-CN" altLang="en-US" dirty="0"/>
              <a:t>安防研究的空白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促进自主可控物联网安全生态发展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理论</a:t>
            </a:r>
            <a:r>
              <a:rPr lang="en-US" altLang="zh-CN" dirty="0"/>
              <a:t>-</a:t>
            </a:r>
            <a:r>
              <a:rPr lang="zh-CN" altLang="en-US" dirty="0"/>
              <a:t>实践闭环，提升个人能力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3B4940-E3CC-35A7-C307-AB3E3CC2E7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29703" y="5863370"/>
            <a:ext cx="2875807" cy="5299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556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8078-C438-25A6-0D4A-070651BD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57B4399-7238-3D6C-C6E2-E4B26752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研究现状及分析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D86347-20D0-69DE-391D-AB12E0451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4AEC9A88-E57D-5AA2-ED40-B0E2B63B487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834" y="5000219"/>
            <a:ext cx="2650332" cy="13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8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6A7A6-DFC7-DDE4-0264-49FA0EE7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研究现状及分析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7EDB050A-B371-1681-F74A-4E9A1DD3B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7968393"/>
              </p:ext>
            </p:extLst>
          </p:nvPr>
        </p:nvGraphicFramePr>
        <p:xfrm>
          <a:off x="575894" y="1929741"/>
          <a:ext cx="11029616" cy="4647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20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2635-F89C-8F61-4D8E-EADFBAC3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8624E4-AC21-DCD1-87E1-8F9230C1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主要研究内容及研究方案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023BC8-27D7-1956-7B24-680EE9D72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6AFD077F-B058-455D-3CF2-DDD89FEFFF9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834" y="5000219"/>
            <a:ext cx="2650332" cy="13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07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9C8AF-E52E-6AA4-45EC-07FB6571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开发板选择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E151C-5B04-A11F-2675-8CCF0B007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61" y="1793545"/>
            <a:ext cx="314325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5EE8B7F-1AC8-65FE-7203-5D79DD76B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46" y="3687288"/>
            <a:ext cx="3148565" cy="31707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5DCB410-D664-749F-366C-18188569BBF9}"/>
              </a:ext>
            </a:extLst>
          </p:cNvPr>
          <p:cNvSpPr txBox="1"/>
          <p:nvPr/>
        </p:nvSpPr>
        <p:spPr>
          <a:xfrm>
            <a:off x="4074001" y="1840675"/>
            <a:ext cx="8117999" cy="3782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最终选择：中移</a:t>
            </a:r>
            <a:r>
              <a:rPr lang="en-US" altLang="zh-CN" dirty="0">
                <a:solidFill>
                  <a:schemeClr val="accent2"/>
                </a:solidFill>
              </a:rPr>
              <a:t>CM32M433R-START</a:t>
            </a:r>
            <a:r>
              <a:rPr lang="zh-CN" altLang="en-US" dirty="0">
                <a:solidFill>
                  <a:schemeClr val="accent2"/>
                </a:solidFill>
              </a:rPr>
              <a:t>开发板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</a:rPr>
              <a:t>采用芯来科技</a:t>
            </a:r>
            <a:r>
              <a:rPr lang="en-US" altLang="zh-CN" dirty="0">
                <a:solidFill>
                  <a:schemeClr val="accent2"/>
                </a:solidFill>
              </a:rPr>
              <a:t>Nuclei N308</a:t>
            </a:r>
            <a:r>
              <a:rPr lang="zh-CN" altLang="en-US" dirty="0">
                <a:solidFill>
                  <a:schemeClr val="accent2"/>
                </a:solidFill>
              </a:rPr>
              <a:t>内核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144MHz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RISC-V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支持</a:t>
            </a:r>
            <a:r>
              <a:rPr lang="en-US" altLang="zh-CN" dirty="0"/>
              <a:t>M/U</a:t>
            </a:r>
            <a:r>
              <a:rPr lang="zh-CN" altLang="en-US" dirty="0"/>
              <a:t>特权模式、</a:t>
            </a:r>
            <a:r>
              <a:rPr lang="en-US" altLang="zh-CN" dirty="0"/>
              <a:t>PMP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</a:rPr>
              <a:t>内置密码算法硬件加速引擎（</a:t>
            </a:r>
            <a:r>
              <a:rPr lang="en-US" altLang="zh-CN" dirty="0">
                <a:solidFill>
                  <a:schemeClr val="accent2"/>
                </a:solidFill>
              </a:rPr>
              <a:t>SAC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支持</a:t>
            </a:r>
            <a:r>
              <a:rPr lang="en-US" altLang="zh-CN" dirty="0"/>
              <a:t>AES</a:t>
            </a:r>
            <a:r>
              <a:rPr lang="zh-CN" altLang="en-US" dirty="0"/>
              <a:t>、</a:t>
            </a:r>
            <a:r>
              <a:rPr lang="en-US" altLang="zh-CN" dirty="0"/>
              <a:t>SHA</a:t>
            </a:r>
            <a:r>
              <a:rPr lang="zh-CN" altLang="en-US" dirty="0"/>
              <a:t>、</a:t>
            </a:r>
            <a:r>
              <a:rPr lang="en-US" altLang="zh-CN" dirty="0"/>
              <a:t>MD5</a:t>
            </a:r>
            <a:r>
              <a:rPr lang="zh-CN" altLang="en-US" dirty="0"/>
              <a:t>、</a:t>
            </a:r>
            <a:r>
              <a:rPr lang="en-US" altLang="zh-CN" dirty="0"/>
              <a:t>SM4</a:t>
            </a:r>
            <a:r>
              <a:rPr lang="zh-CN" altLang="en-US" dirty="0"/>
              <a:t>等算法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</a:rPr>
              <a:t>内置真随机数发生器（</a:t>
            </a:r>
            <a:r>
              <a:rPr lang="en-US" altLang="zh-CN" dirty="0">
                <a:solidFill>
                  <a:schemeClr val="accent2"/>
                </a:solidFill>
              </a:rPr>
              <a:t>TRNG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</a:rPr>
              <a:t>开源的技术文档、工具链、示例项目代码</a:t>
            </a:r>
            <a:endParaRPr lang="en-US" altLang="zh-CN" dirty="0">
              <a:solidFill>
                <a:schemeClr val="accent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6BE693-BB2E-F322-C456-CE3484A15C8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29703" y="5863370"/>
            <a:ext cx="2875807" cy="5299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945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005E-3775-BE4D-3221-1C7A8F58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研究内容与研究方案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DAAAFE26-D66F-221D-1E1E-480E530D87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205552"/>
              </p:ext>
            </p:extLst>
          </p:nvPr>
        </p:nvGraphicFramePr>
        <p:xfrm>
          <a:off x="586490" y="1917865"/>
          <a:ext cx="11029616" cy="4724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4585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CC5848C-3733-C050-5881-1CC0EE87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进度安排及预期目标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2E69BA-DD5C-7362-92DC-1D3E4447C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F1A126EE-E466-0F57-8F07-668267449B4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834" y="5000219"/>
            <a:ext cx="2650332" cy="13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3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928F42E-0D17-5D0A-9FCB-BD1D028E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项目甘特图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DAC170-EF51-8CAD-CA7A-21E44171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70" y="1876301"/>
            <a:ext cx="10338460" cy="49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5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8B7455-C7C8-5D38-DA65-62BA4A93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已具备和所需的条件和经费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57F68D-A7C6-1B55-8D5E-D496F06D1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0F16EEA0-943D-CF85-6FAF-1B5FA25FAB8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834" y="5000219"/>
            <a:ext cx="2650332" cy="13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57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5EDCF7A-1FBB-D6AB-77AF-537D3DA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已具备和所需的条件和经费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A2A0A6-9174-7A12-B75B-7DA5E09C4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实验室条件和经费保障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48BCFE-7D3C-924C-F121-8642C12186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设备：直流电源、数字万用表、数字示波器、焊台等</a:t>
            </a:r>
            <a:endParaRPr lang="en-US" altLang="zh-CN" dirty="0"/>
          </a:p>
          <a:p>
            <a:r>
              <a:rPr lang="zh-CN" altLang="en-US" dirty="0"/>
              <a:t>已具备的条件：</a:t>
            </a:r>
            <a:r>
              <a:rPr lang="en-US" altLang="zh-CN" dirty="0"/>
              <a:t>CM32M433R</a:t>
            </a:r>
            <a:r>
              <a:rPr lang="zh-CN" altLang="en-US" dirty="0"/>
              <a:t>开发板一块、杜邦线若干</a:t>
            </a:r>
            <a:endParaRPr lang="en-US" altLang="zh-CN" dirty="0"/>
          </a:p>
          <a:p>
            <a:r>
              <a:rPr lang="zh-CN" altLang="en-US" dirty="0"/>
              <a:t>香港城市大学青岛研究院承诺提供经费保障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6D4B349-7AB6-7B9D-C35D-31257AAE0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所需条件和经费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81641BC-88F2-2E5C-1530-4A257310DE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CN" altLang="en-US" dirty="0"/>
              <a:t>目前暂无急需的条件或经费</a:t>
            </a:r>
            <a:endParaRPr lang="en-US" altLang="zh-CN" dirty="0"/>
          </a:p>
          <a:p>
            <a:r>
              <a:rPr lang="zh-CN" altLang="en-US" dirty="0"/>
              <a:t>可能需要：低阻分流电阻、差分电流探头、备用的</a:t>
            </a:r>
            <a:r>
              <a:rPr lang="en-US" altLang="zh-CN" dirty="0"/>
              <a:t>CM32M433R</a:t>
            </a:r>
            <a:r>
              <a:rPr lang="zh-CN" altLang="en-US" dirty="0"/>
              <a:t>开发板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78A250-928B-20AF-2FCC-F0974AEB3C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29703" y="5863370"/>
            <a:ext cx="2875807" cy="5299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4513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623E-0381-E237-CE49-33598D14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B20EA81-BA1E-0ABD-9C82-F960FE93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预计困难及解决方案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704BF9-311F-7C67-3BAD-C72F9165B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6E968A22-A9DD-6DD4-1E30-C0CB8FE0220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834" y="5000219"/>
            <a:ext cx="2650332" cy="13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18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84E37FDA-D60B-2535-5D06-BA197B81E5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326989"/>
              </p:ext>
            </p:extLst>
          </p:nvPr>
        </p:nvGraphicFramePr>
        <p:xfrm>
          <a:off x="473673" y="665623"/>
          <a:ext cx="11234057" cy="5526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标题 4">
            <a:extLst>
              <a:ext uri="{FF2B5EF4-FFF2-40B4-BE49-F238E27FC236}">
                <a16:creationId xmlns:a16="http://schemas.microsoft.com/office/drawing/2014/main" id="{06A4FDB7-6322-23FA-0864-6EC799A7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预计困难及解决方案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A89DA7-F2E9-C333-A57F-F234CB09638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29703" y="5863370"/>
            <a:ext cx="2875807" cy="5299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5551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E75396C-BEDB-44BC-EFC7-5F686CFA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885" y="2524558"/>
            <a:ext cx="11029615" cy="1497507"/>
          </a:xfrm>
        </p:spPr>
        <p:txBody>
          <a:bodyPr>
            <a:normAutofit/>
          </a:bodyPr>
          <a:lstStyle/>
          <a:p>
            <a:pPr algn="ctr"/>
            <a:r>
              <a:rPr lang="zh-CN" altLang="en-US" sz="7200" dirty="0"/>
              <a:t>感谢！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9723E6-54F0-84E0-3631-CF004F4CA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zh-CN" altLang="en-US" dirty="0"/>
              <a:t>电话：</a:t>
            </a:r>
            <a:r>
              <a:rPr lang="en-US" altLang="zh-CN" dirty="0"/>
              <a:t>+86 13976246251</a:t>
            </a:r>
          </a:p>
          <a:p>
            <a:pPr algn="ctr"/>
            <a:r>
              <a:rPr lang="zh-CN" altLang="en-US" dirty="0"/>
              <a:t>邮箱：</a:t>
            </a:r>
            <a:r>
              <a:rPr lang="en-US" altLang="zh-CN" cap="none" dirty="0"/>
              <a:t>citcra@foxmail.com</a:t>
            </a:r>
            <a:endParaRPr lang="zh-CN" altLang="en-US" dirty="0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74AC7DA8-B1B0-9686-6378-515D5A6E2FD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834" y="5000219"/>
            <a:ext cx="2650332" cy="138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67553"/>
      </p:ext>
    </p:extLst>
  </p:cSld>
  <p:clrMapOvr>
    <a:masterClrMapping/>
  </p:clrMapOvr>
</p:sld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{779FF549-20EE-4619-B47E-C19ACAEDDB91}TF319cfb39-eeba-4af5-a5a2-03d53d03751627c76d87-a3272040522c</Template>
  <TotalTime>376</TotalTime>
  <Words>657</Words>
  <Application>Microsoft Office PowerPoint</Application>
  <PresentationFormat>宽屏</PresentationFormat>
  <Paragraphs>110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Arial</vt:lpstr>
      <vt:lpstr>Gill Sans MT</vt:lpstr>
      <vt:lpstr>Wingdings 2</vt:lpstr>
      <vt:lpstr>红利</vt:lpstr>
      <vt:lpstr>基于RISC-V架构的轻量级嵌入式安全保护系统</vt:lpstr>
      <vt:lpstr>目录</vt:lpstr>
      <vt:lpstr>课题背景及研究的目的和意义</vt:lpstr>
      <vt:lpstr>课题背景</vt:lpstr>
      <vt:lpstr>研究的目的与意义</vt:lpstr>
      <vt:lpstr>研究现状及分析</vt:lpstr>
      <vt:lpstr>研究现状及分析</vt:lpstr>
      <vt:lpstr>主要研究内容及研究方案</vt:lpstr>
      <vt:lpstr>开发板选择</vt:lpstr>
      <vt:lpstr>研究内容与研究方案</vt:lpstr>
      <vt:lpstr>进度安排及预期目标</vt:lpstr>
      <vt:lpstr>项目甘特图</vt:lpstr>
      <vt:lpstr>已具备和所需的条件和经费</vt:lpstr>
      <vt:lpstr>已具备和所需的条件和经费</vt:lpstr>
      <vt:lpstr>预计困难及解决方案</vt:lpstr>
      <vt:lpstr>预计困难及解决方案</vt:lpstr>
      <vt:lpstr>感谢！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November_in_North _</dc:creator>
  <cp:lastModifiedBy>November_in_North _</cp:lastModifiedBy>
  <cp:revision>7</cp:revision>
  <dcterms:created xsi:type="dcterms:W3CDTF">2025-10-14T10:29:55Z</dcterms:created>
  <dcterms:modified xsi:type="dcterms:W3CDTF">2025-10-14T16:46:11Z</dcterms:modified>
</cp:coreProperties>
</file>